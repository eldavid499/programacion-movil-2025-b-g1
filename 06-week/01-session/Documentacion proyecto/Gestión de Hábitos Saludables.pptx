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E15BA1-BEAE-4180-87CA-FE07F5AE95D1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4A4B299-C2DE-4608-B2F9-496B3992388A}">
      <dgm:prSet/>
      <dgm:spPr/>
      <dgm:t>
        <a:bodyPr/>
        <a:lstStyle/>
        <a:p>
          <a:r>
            <a:rPr lang="es-MX" b="1"/>
            <a:t>Alcance del Proyecto</a:t>
          </a:r>
          <a:endParaRPr lang="en-US"/>
        </a:p>
      </dgm:t>
    </dgm:pt>
    <dgm:pt modelId="{4AB50885-6809-4044-B20F-9A7ED322EEE1}" type="parTrans" cxnId="{ED85CB97-A6A3-432B-9EC8-9B6080FA7601}">
      <dgm:prSet/>
      <dgm:spPr/>
      <dgm:t>
        <a:bodyPr/>
        <a:lstStyle/>
        <a:p>
          <a:endParaRPr lang="en-US"/>
        </a:p>
      </dgm:t>
    </dgm:pt>
    <dgm:pt modelId="{651E9FB3-7DF5-4D0A-8FC4-065CAC9F3EBE}" type="sibTrans" cxnId="{ED85CB97-A6A3-432B-9EC8-9B6080FA7601}">
      <dgm:prSet/>
      <dgm:spPr/>
      <dgm:t>
        <a:bodyPr/>
        <a:lstStyle/>
        <a:p>
          <a:endParaRPr lang="en-US"/>
        </a:p>
      </dgm:t>
    </dgm:pt>
    <dgm:pt modelId="{3CF678D5-F75F-43BB-956B-450DFBF2F774}">
      <dgm:prSet/>
      <dgm:spPr/>
      <dgm:t>
        <a:bodyPr/>
        <a:lstStyle/>
        <a:p>
          <a:r>
            <a:rPr lang="es-MX"/>
            <a:t>Nuestra aplicación ofrecerá las siguientes funcionalidades principales:</a:t>
          </a:r>
          <a:endParaRPr lang="en-US"/>
        </a:p>
      </dgm:t>
    </dgm:pt>
    <dgm:pt modelId="{A119EF37-636C-4A52-B9F1-F6BF16468904}" type="parTrans" cxnId="{81332FDB-46F6-49EB-9A23-2A32B36E6FCC}">
      <dgm:prSet/>
      <dgm:spPr/>
      <dgm:t>
        <a:bodyPr/>
        <a:lstStyle/>
        <a:p>
          <a:endParaRPr lang="en-US"/>
        </a:p>
      </dgm:t>
    </dgm:pt>
    <dgm:pt modelId="{8E92C503-7AFA-4DC3-A582-5F3BFF05A759}" type="sibTrans" cxnId="{81332FDB-46F6-49EB-9A23-2A32B36E6FCC}">
      <dgm:prSet/>
      <dgm:spPr/>
      <dgm:t>
        <a:bodyPr/>
        <a:lstStyle/>
        <a:p>
          <a:endParaRPr lang="en-US"/>
        </a:p>
      </dgm:t>
    </dgm:pt>
    <dgm:pt modelId="{9D17DE17-307D-45A6-9533-EAC5EC2B959A}">
      <dgm:prSet/>
      <dgm:spPr/>
      <dgm:t>
        <a:bodyPr/>
        <a:lstStyle/>
        <a:p>
          <a:r>
            <a:rPr lang="es-MX"/>
            <a:t>Registro y gestión de hábitos diarios.</a:t>
          </a:r>
          <a:endParaRPr lang="en-US"/>
        </a:p>
      </dgm:t>
    </dgm:pt>
    <dgm:pt modelId="{EAA8967E-6632-4752-B259-0186AEA682A4}" type="parTrans" cxnId="{755E4E83-7782-41DA-88F3-D4F320EFB001}">
      <dgm:prSet/>
      <dgm:spPr/>
      <dgm:t>
        <a:bodyPr/>
        <a:lstStyle/>
        <a:p>
          <a:endParaRPr lang="en-US"/>
        </a:p>
      </dgm:t>
    </dgm:pt>
    <dgm:pt modelId="{2148D6B9-5B61-402F-B60F-F8D6B82BFB53}" type="sibTrans" cxnId="{755E4E83-7782-41DA-88F3-D4F320EFB001}">
      <dgm:prSet/>
      <dgm:spPr/>
      <dgm:t>
        <a:bodyPr/>
        <a:lstStyle/>
        <a:p>
          <a:endParaRPr lang="en-US"/>
        </a:p>
      </dgm:t>
    </dgm:pt>
    <dgm:pt modelId="{0D2228CC-BDA0-4AD3-B232-448277C9537A}">
      <dgm:prSet/>
      <dgm:spPr/>
      <dgm:t>
        <a:bodyPr/>
        <a:lstStyle/>
        <a:p>
          <a:r>
            <a:rPr lang="es-MX"/>
            <a:t>Recordatorios configurables por el usuario.</a:t>
          </a:r>
          <a:endParaRPr lang="en-US"/>
        </a:p>
      </dgm:t>
    </dgm:pt>
    <dgm:pt modelId="{60C59EBC-D171-4343-97F0-5D8737DEB6B8}" type="parTrans" cxnId="{BAD45896-4F7E-4C91-83F1-86120412B2F0}">
      <dgm:prSet/>
      <dgm:spPr/>
      <dgm:t>
        <a:bodyPr/>
        <a:lstStyle/>
        <a:p>
          <a:endParaRPr lang="en-US"/>
        </a:p>
      </dgm:t>
    </dgm:pt>
    <dgm:pt modelId="{FCBF3487-C1D6-44D3-A567-708A641EA854}" type="sibTrans" cxnId="{BAD45896-4F7E-4C91-83F1-86120412B2F0}">
      <dgm:prSet/>
      <dgm:spPr/>
      <dgm:t>
        <a:bodyPr/>
        <a:lstStyle/>
        <a:p>
          <a:endParaRPr lang="en-US"/>
        </a:p>
      </dgm:t>
    </dgm:pt>
    <dgm:pt modelId="{2254502A-F13C-41C0-B977-1A5CFE7E3688}">
      <dgm:prSet/>
      <dgm:spPr/>
      <dgm:t>
        <a:bodyPr/>
        <a:lstStyle/>
        <a:p>
          <a:r>
            <a:rPr lang="es-MX"/>
            <a:t>Panel de estadísticas de hábitos cumplidos.</a:t>
          </a:r>
          <a:endParaRPr lang="en-US"/>
        </a:p>
      </dgm:t>
    </dgm:pt>
    <dgm:pt modelId="{02D25BB2-C449-4289-9D15-CDDB95DA4FEA}" type="parTrans" cxnId="{30FCCCE1-EF7C-44AB-9AE1-720ACB74775D}">
      <dgm:prSet/>
      <dgm:spPr/>
      <dgm:t>
        <a:bodyPr/>
        <a:lstStyle/>
        <a:p>
          <a:endParaRPr lang="en-US"/>
        </a:p>
      </dgm:t>
    </dgm:pt>
    <dgm:pt modelId="{7790AE6B-B1F9-4A72-AA99-E0F4C3F493DB}" type="sibTrans" cxnId="{30FCCCE1-EF7C-44AB-9AE1-720ACB74775D}">
      <dgm:prSet/>
      <dgm:spPr/>
      <dgm:t>
        <a:bodyPr/>
        <a:lstStyle/>
        <a:p>
          <a:endParaRPr lang="en-US"/>
        </a:p>
      </dgm:t>
    </dgm:pt>
    <dgm:pt modelId="{6E4C536A-4E30-4107-99A2-585D5E0A1A79}">
      <dgm:prSet/>
      <dgm:spPr/>
      <dgm:t>
        <a:bodyPr/>
        <a:lstStyle/>
        <a:p>
          <a:r>
            <a:rPr lang="es-MX"/>
            <a:t>Motivación mediante gamificación (retos, insignias).</a:t>
          </a:r>
          <a:endParaRPr lang="en-US"/>
        </a:p>
      </dgm:t>
    </dgm:pt>
    <dgm:pt modelId="{05782C3E-2AA6-45FC-A64F-CD699925D36B}" type="parTrans" cxnId="{D9ED6CAE-DA36-45AC-97A2-99508274D74F}">
      <dgm:prSet/>
      <dgm:spPr/>
      <dgm:t>
        <a:bodyPr/>
        <a:lstStyle/>
        <a:p>
          <a:endParaRPr lang="en-US"/>
        </a:p>
      </dgm:t>
    </dgm:pt>
    <dgm:pt modelId="{24E0A5B7-9245-4343-8B66-0400693CF5EF}" type="sibTrans" cxnId="{D9ED6CAE-DA36-45AC-97A2-99508274D74F}">
      <dgm:prSet/>
      <dgm:spPr/>
      <dgm:t>
        <a:bodyPr/>
        <a:lstStyle/>
        <a:p>
          <a:endParaRPr lang="en-US"/>
        </a:p>
      </dgm:t>
    </dgm:pt>
    <dgm:pt modelId="{D73507EC-FD06-487F-8B1C-F37352F97A33}">
      <dgm:prSet/>
      <dgm:spPr/>
      <dgm:t>
        <a:bodyPr/>
        <a:lstStyle/>
        <a:p>
          <a:r>
            <a:rPr lang="es-MX"/>
            <a:t>Compatibilidad en Android e iOS.</a:t>
          </a:r>
          <a:endParaRPr lang="en-US"/>
        </a:p>
      </dgm:t>
    </dgm:pt>
    <dgm:pt modelId="{98D414B4-0B5F-4A05-9A43-2F841B2BD1A4}" type="parTrans" cxnId="{CBA74551-2CC2-48CB-A595-6D7CFBCA60E9}">
      <dgm:prSet/>
      <dgm:spPr/>
      <dgm:t>
        <a:bodyPr/>
        <a:lstStyle/>
        <a:p>
          <a:endParaRPr lang="en-US"/>
        </a:p>
      </dgm:t>
    </dgm:pt>
    <dgm:pt modelId="{5C232048-7D2C-4EE0-B13D-60BABA5EAF6F}" type="sibTrans" cxnId="{CBA74551-2CC2-48CB-A595-6D7CFBCA60E9}">
      <dgm:prSet/>
      <dgm:spPr/>
      <dgm:t>
        <a:bodyPr/>
        <a:lstStyle/>
        <a:p>
          <a:endParaRPr lang="en-US"/>
        </a:p>
      </dgm:t>
    </dgm:pt>
    <dgm:pt modelId="{EF98ADC3-334F-401C-8797-9F901DEBFEE9}">
      <dgm:prSet/>
      <dgm:spPr/>
      <dgm:t>
        <a:bodyPr/>
        <a:lstStyle/>
        <a:p>
          <a:r>
            <a:rPr lang="es-MX" b="1"/>
            <a:t>Delimitaciones Importantes</a:t>
          </a:r>
          <a:endParaRPr lang="en-US"/>
        </a:p>
      </dgm:t>
    </dgm:pt>
    <dgm:pt modelId="{57AA2F4F-2505-4C3B-BB65-16239A8488E9}" type="parTrans" cxnId="{C12107DB-45D5-4454-BD1E-BCE8CF4DA56B}">
      <dgm:prSet/>
      <dgm:spPr/>
      <dgm:t>
        <a:bodyPr/>
        <a:lstStyle/>
        <a:p>
          <a:endParaRPr lang="en-US"/>
        </a:p>
      </dgm:t>
    </dgm:pt>
    <dgm:pt modelId="{DA572837-E0FD-4B8E-B024-73BE98AF24A4}" type="sibTrans" cxnId="{C12107DB-45D5-4454-BD1E-BCE8CF4DA56B}">
      <dgm:prSet/>
      <dgm:spPr/>
      <dgm:t>
        <a:bodyPr/>
        <a:lstStyle/>
        <a:p>
          <a:endParaRPr lang="en-US"/>
        </a:p>
      </dgm:t>
    </dgm:pt>
    <dgm:pt modelId="{56B3D186-7D83-4AB6-B2F3-61DE167935A1}">
      <dgm:prSet/>
      <dgm:spPr/>
      <dgm:t>
        <a:bodyPr/>
        <a:lstStyle/>
        <a:p>
          <a:r>
            <a:rPr lang="es-MX"/>
            <a:t>Es crucial entender lo que la aplicación </a:t>
          </a:r>
          <a:r>
            <a:rPr lang="es-MX" b="1"/>
            <a:t>no</a:t>
          </a:r>
          <a:r>
            <a:rPr lang="es-MX"/>
            <a:t> incluirá:</a:t>
          </a:r>
          <a:endParaRPr lang="en-US"/>
        </a:p>
      </dgm:t>
    </dgm:pt>
    <dgm:pt modelId="{3C8990AB-1E27-4AD3-8554-459584C277ED}" type="parTrans" cxnId="{ED885C2B-5E0D-4924-B60F-B7FB86135C02}">
      <dgm:prSet/>
      <dgm:spPr/>
      <dgm:t>
        <a:bodyPr/>
        <a:lstStyle/>
        <a:p>
          <a:endParaRPr lang="en-US"/>
        </a:p>
      </dgm:t>
    </dgm:pt>
    <dgm:pt modelId="{463A33D9-AD5A-4DBF-9F9C-46CDF9FB92C7}" type="sibTrans" cxnId="{ED885C2B-5E0D-4924-B60F-B7FB86135C02}">
      <dgm:prSet/>
      <dgm:spPr/>
      <dgm:t>
        <a:bodyPr/>
        <a:lstStyle/>
        <a:p>
          <a:endParaRPr lang="en-US"/>
        </a:p>
      </dgm:t>
    </dgm:pt>
    <dgm:pt modelId="{7FA60F24-293D-4B68-8408-C040B385520E}">
      <dgm:prSet/>
      <dgm:spPr/>
      <dgm:t>
        <a:bodyPr/>
        <a:lstStyle/>
        <a:p>
          <a:r>
            <a:rPr lang="es-MX"/>
            <a:t>No sustituye un diagnóstico médico profesional.</a:t>
          </a:r>
          <a:endParaRPr lang="en-US"/>
        </a:p>
      </dgm:t>
    </dgm:pt>
    <dgm:pt modelId="{826C4C0F-5E83-4FC5-B11E-6C8EC737425D}" type="parTrans" cxnId="{10DE60F0-55B2-45D5-9543-9A781C75D4C5}">
      <dgm:prSet/>
      <dgm:spPr/>
      <dgm:t>
        <a:bodyPr/>
        <a:lstStyle/>
        <a:p>
          <a:endParaRPr lang="en-US"/>
        </a:p>
      </dgm:t>
    </dgm:pt>
    <dgm:pt modelId="{4C77323B-C584-42DE-82CE-B227A4589630}" type="sibTrans" cxnId="{10DE60F0-55B2-45D5-9543-9A781C75D4C5}">
      <dgm:prSet/>
      <dgm:spPr/>
      <dgm:t>
        <a:bodyPr/>
        <a:lstStyle/>
        <a:p>
          <a:endParaRPr lang="en-US"/>
        </a:p>
      </dgm:t>
    </dgm:pt>
    <dgm:pt modelId="{995D9C84-1F18-4B65-937E-24044E320AFE}">
      <dgm:prSet/>
      <dgm:spPr/>
      <dgm:t>
        <a:bodyPr/>
        <a:lstStyle/>
        <a:p>
          <a:r>
            <a:rPr lang="es-MX"/>
            <a:t>No incluye recetas médicas ni planes clínicos avanzados.</a:t>
          </a:r>
          <a:endParaRPr lang="en-US"/>
        </a:p>
      </dgm:t>
    </dgm:pt>
    <dgm:pt modelId="{B09A070E-A1C1-4FDB-8C96-2F189232C622}" type="parTrans" cxnId="{5B289EDE-1605-4AD0-9F4D-D4278443ADB4}">
      <dgm:prSet/>
      <dgm:spPr/>
      <dgm:t>
        <a:bodyPr/>
        <a:lstStyle/>
        <a:p>
          <a:endParaRPr lang="en-US"/>
        </a:p>
      </dgm:t>
    </dgm:pt>
    <dgm:pt modelId="{1F563515-1563-4454-A8F1-FD5CF68DA0BE}" type="sibTrans" cxnId="{5B289EDE-1605-4AD0-9F4D-D4278443ADB4}">
      <dgm:prSet/>
      <dgm:spPr/>
      <dgm:t>
        <a:bodyPr/>
        <a:lstStyle/>
        <a:p>
          <a:endParaRPr lang="en-US"/>
        </a:p>
      </dgm:t>
    </dgm:pt>
    <dgm:pt modelId="{4F307771-96E1-4DE2-9E26-6DAAB82AEF40}">
      <dgm:prSet/>
      <dgm:spPr/>
      <dgm:t>
        <a:bodyPr/>
        <a:lstStyle/>
        <a:p>
          <a:r>
            <a:rPr lang="es-MX"/>
            <a:t>La integración con dispositivos externos (wearables) se considera para futuras versiones.</a:t>
          </a:r>
          <a:endParaRPr lang="en-US"/>
        </a:p>
      </dgm:t>
    </dgm:pt>
    <dgm:pt modelId="{A7E54896-5EAB-402F-8F89-6B822B91A3A1}" type="parTrans" cxnId="{B640DFE9-55E4-45B8-8875-F298424E39E7}">
      <dgm:prSet/>
      <dgm:spPr/>
      <dgm:t>
        <a:bodyPr/>
        <a:lstStyle/>
        <a:p>
          <a:endParaRPr lang="en-US"/>
        </a:p>
      </dgm:t>
    </dgm:pt>
    <dgm:pt modelId="{7FE98CAF-ED16-4586-83A2-362308FBB945}" type="sibTrans" cxnId="{B640DFE9-55E4-45B8-8875-F298424E39E7}">
      <dgm:prSet/>
      <dgm:spPr/>
      <dgm:t>
        <a:bodyPr/>
        <a:lstStyle/>
        <a:p>
          <a:endParaRPr lang="en-US"/>
        </a:p>
      </dgm:t>
    </dgm:pt>
    <dgm:pt modelId="{09FEEDF1-09B1-4032-84EF-AED7BB36D9E7}" type="pres">
      <dgm:prSet presAssocID="{FBE15BA1-BEAE-4180-87CA-FE07F5AE95D1}" presName="Name0" presStyleCnt="0">
        <dgm:presLayoutVars>
          <dgm:dir/>
          <dgm:resizeHandles val="exact"/>
        </dgm:presLayoutVars>
      </dgm:prSet>
      <dgm:spPr/>
    </dgm:pt>
    <dgm:pt modelId="{60DCF450-2C63-4253-97D2-853D4CEA3C20}" type="pres">
      <dgm:prSet presAssocID="{74A4B299-C2DE-4608-B2F9-496B3992388A}" presName="node" presStyleLbl="node1" presStyleIdx="0" presStyleCnt="12">
        <dgm:presLayoutVars>
          <dgm:bulletEnabled val="1"/>
        </dgm:presLayoutVars>
      </dgm:prSet>
      <dgm:spPr/>
    </dgm:pt>
    <dgm:pt modelId="{24E74E6E-5E6E-4E50-A26D-E720B5A65976}" type="pres">
      <dgm:prSet presAssocID="{651E9FB3-7DF5-4D0A-8FC4-065CAC9F3EBE}" presName="sibTrans" presStyleLbl="sibTrans1D1" presStyleIdx="0" presStyleCnt="11"/>
      <dgm:spPr/>
    </dgm:pt>
    <dgm:pt modelId="{701D25B1-66F8-4826-B44F-C172ABC717C5}" type="pres">
      <dgm:prSet presAssocID="{651E9FB3-7DF5-4D0A-8FC4-065CAC9F3EBE}" presName="connectorText" presStyleLbl="sibTrans1D1" presStyleIdx="0" presStyleCnt="11"/>
      <dgm:spPr/>
    </dgm:pt>
    <dgm:pt modelId="{7AB44695-0BF0-4FF2-8DD6-C78FE0A24601}" type="pres">
      <dgm:prSet presAssocID="{3CF678D5-F75F-43BB-956B-450DFBF2F774}" presName="node" presStyleLbl="node1" presStyleIdx="1" presStyleCnt="12">
        <dgm:presLayoutVars>
          <dgm:bulletEnabled val="1"/>
        </dgm:presLayoutVars>
      </dgm:prSet>
      <dgm:spPr/>
    </dgm:pt>
    <dgm:pt modelId="{9D09E30F-8639-4EDA-BC61-F364388EDD15}" type="pres">
      <dgm:prSet presAssocID="{8E92C503-7AFA-4DC3-A582-5F3BFF05A759}" presName="sibTrans" presStyleLbl="sibTrans1D1" presStyleIdx="1" presStyleCnt="11"/>
      <dgm:spPr/>
    </dgm:pt>
    <dgm:pt modelId="{5528B45C-9C22-4505-AD84-57B7B2960BE7}" type="pres">
      <dgm:prSet presAssocID="{8E92C503-7AFA-4DC3-A582-5F3BFF05A759}" presName="connectorText" presStyleLbl="sibTrans1D1" presStyleIdx="1" presStyleCnt="11"/>
      <dgm:spPr/>
    </dgm:pt>
    <dgm:pt modelId="{EDF67562-6DEC-444B-BD52-494FFABC4F40}" type="pres">
      <dgm:prSet presAssocID="{9D17DE17-307D-45A6-9533-EAC5EC2B959A}" presName="node" presStyleLbl="node1" presStyleIdx="2" presStyleCnt="12">
        <dgm:presLayoutVars>
          <dgm:bulletEnabled val="1"/>
        </dgm:presLayoutVars>
      </dgm:prSet>
      <dgm:spPr/>
    </dgm:pt>
    <dgm:pt modelId="{54089DB2-05BF-4ABA-9DFE-9A0920552CEB}" type="pres">
      <dgm:prSet presAssocID="{2148D6B9-5B61-402F-B60F-F8D6B82BFB53}" presName="sibTrans" presStyleLbl="sibTrans1D1" presStyleIdx="2" presStyleCnt="11"/>
      <dgm:spPr/>
    </dgm:pt>
    <dgm:pt modelId="{DEC3AA3E-8C3C-446F-9DE6-81B2F0F1D847}" type="pres">
      <dgm:prSet presAssocID="{2148D6B9-5B61-402F-B60F-F8D6B82BFB53}" presName="connectorText" presStyleLbl="sibTrans1D1" presStyleIdx="2" presStyleCnt="11"/>
      <dgm:spPr/>
    </dgm:pt>
    <dgm:pt modelId="{74F5B41A-C896-40C6-B279-FA7522727B2D}" type="pres">
      <dgm:prSet presAssocID="{0D2228CC-BDA0-4AD3-B232-448277C9537A}" presName="node" presStyleLbl="node1" presStyleIdx="3" presStyleCnt="12">
        <dgm:presLayoutVars>
          <dgm:bulletEnabled val="1"/>
        </dgm:presLayoutVars>
      </dgm:prSet>
      <dgm:spPr/>
    </dgm:pt>
    <dgm:pt modelId="{B09B0267-B5C8-4208-BC99-98E76645A026}" type="pres">
      <dgm:prSet presAssocID="{FCBF3487-C1D6-44D3-A567-708A641EA854}" presName="sibTrans" presStyleLbl="sibTrans1D1" presStyleIdx="3" presStyleCnt="11"/>
      <dgm:spPr/>
    </dgm:pt>
    <dgm:pt modelId="{278E6D78-0090-4B2C-8FF8-6AA9BD1DFFED}" type="pres">
      <dgm:prSet presAssocID="{FCBF3487-C1D6-44D3-A567-708A641EA854}" presName="connectorText" presStyleLbl="sibTrans1D1" presStyleIdx="3" presStyleCnt="11"/>
      <dgm:spPr/>
    </dgm:pt>
    <dgm:pt modelId="{E0BB2A69-5781-4E09-8D38-653793A5DFF2}" type="pres">
      <dgm:prSet presAssocID="{2254502A-F13C-41C0-B977-1A5CFE7E3688}" presName="node" presStyleLbl="node1" presStyleIdx="4" presStyleCnt="12">
        <dgm:presLayoutVars>
          <dgm:bulletEnabled val="1"/>
        </dgm:presLayoutVars>
      </dgm:prSet>
      <dgm:spPr/>
    </dgm:pt>
    <dgm:pt modelId="{42A08993-73B5-4715-AA3C-54B99874CE7A}" type="pres">
      <dgm:prSet presAssocID="{7790AE6B-B1F9-4A72-AA99-E0F4C3F493DB}" presName="sibTrans" presStyleLbl="sibTrans1D1" presStyleIdx="4" presStyleCnt="11"/>
      <dgm:spPr/>
    </dgm:pt>
    <dgm:pt modelId="{11ECDE0F-7153-44BB-8087-DA3804C9EAC5}" type="pres">
      <dgm:prSet presAssocID="{7790AE6B-B1F9-4A72-AA99-E0F4C3F493DB}" presName="connectorText" presStyleLbl="sibTrans1D1" presStyleIdx="4" presStyleCnt="11"/>
      <dgm:spPr/>
    </dgm:pt>
    <dgm:pt modelId="{C881B850-2775-4924-A01E-FDEFF52C25DB}" type="pres">
      <dgm:prSet presAssocID="{6E4C536A-4E30-4107-99A2-585D5E0A1A79}" presName="node" presStyleLbl="node1" presStyleIdx="5" presStyleCnt="12">
        <dgm:presLayoutVars>
          <dgm:bulletEnabled val="1"/>
        </dgm:presLayoutVars>
      </dgm:prSet>
      <dgm:spPr/>
    </dgm:pt>
    <dgm:pt modelId="{C94042E1-4185-4DCD-AFB6-AD3BB7A56E99}" type="pres">
      <dgm:prSet presAssocID="{24E0A5B7-9245-4343-8B66-0400693CF5EF}" presName="sibTrans" presStyleLbl="sibTrans1D1" presStyleIdx="5" presStyleCnt="11"/>
      <dgm:spPr/>
    </dgm:pt>
    <dgm:pt modelId="{AA9F22B6-196A-4646-8B34-A10498AAAAFE}" type="pres">
      <dgm:prSet presAssocID="{24E0A5B7-9245-4343-8B66-0400693CF5EF}" presName="connectorText" presStyleLbl="sibTrans1D1" presStyleIdx="5" presStyleCnt="11"/>
      <dgm:spPr/>
    </dgm:pt>
    <dgm:pt modelId="{94AE1BCD-258A-4644-8258-0D15BB7DF227}" type="pres">
      <dgm:prSet presAssocID="{D73507EC-FD06-487F-8B1C-F37352F97A33}" presName="node" presStyleLbl="node1" presStyleIdx="6" presStyleCnt="12">
        <dgm:presLayoutVars>
          <dgm:bulletEnabled val="1"/>
        </dgm:presLayoutVars>
      </dgm:prSet>
      <dgm:spPr/>
    </dgm:pt>
    <dgm:pt modelId="{0A9E37C8-CA0A-42F3-A7C2-90D70A049F6A}" type="pres">
      <dgm:prSet presAssocID="{5C232048-7D2C-4EE0-B13D-60BABA5EAF6F}" presName="sibTrans" presStyleLbl="sibTrans1D1" presStyleIdx="6" presStyleCnt="11"/>
      <dgm:spPr/>
    </dgm:pt>
    <dgm:pt modelId="{D4F13BF1-42B2-496E-A8C5-F07FAEE9CE20}" type="pres">
      <dgm:prSet presAssocID="{5C232048-7D2C-4EE0-B13D-60BABA5EAF6F}" presName="connectorText" presStyleLbl="sibTrans1D1" presStyleIdx="6" presStyleCnt="11"/>
      <dgm:spPr/>
    </dgm:pt>
    <dgm:pt modelId="{5C79E1C3-2FC2-425B-B95A-CD58F0C96AE5}" type="pres">
      <dgm:prSet presAssocID="{EF98ADC3-334F-401C-8797-9F901DEBFEE9}" presName="node" presStyleLbl="node1" presStyleIdx="7" presStyleCnt="12">
        <dgm:presLayoutVars>
          <dgm:bulletEnabled val="1"/>
        </dgm:presLayoutVars>
      </dgm:prSet>
      <dgm:spPr/>
    </dgm:pt>
    <dgm:pt modelId="{73739862-377A-440A-BCAB-99E5A3A3692F}" type="pres">
      <dgm:prSet presAssocID="{DA572837-E0FD-4B8E-B024-73BE98AF24A4}" presName="sibTrans" presStyleLbl="sibTrans1D1" presStyleIdx="7" presStyleCnt="11"/>
      <dgm:spPr/>
    </dgm:pt>
    <dgm:pt modelId="{C1A55EC1-E1E3-4F9E-8AD5-C872EC294000}" type="pres">
      <dgm:prSet presAssocID="{DA572837-E0FD-4B8E-B024-73BE98AF24A4}" presName="connectorText" presStyleLbl="sibTrans1D1" presStyleIdx="7" presStyleCnt="11"/>
      <dgm:spPr/>
    </dgm:pt>
    <dgm:pt modelId="{27E8E237-2AD8-4F8A-90E1-41C19EFFAC6D}" type="pres">
      <dgm:prSet presAssocID="{56B3D186-7D83-4AB6-B2F3-61DE167935A1}" presName="node" presStyleLbl="node1" presStyleIdx="8" presStyleCnt="12">
        <dgm:presLayoutVars>
          <dgm:bulletEnabled val="1"/>
        </dgm:presLayoutVars>
      </dgm:prSet>
      <dgm:spPr/>
    </dgm:pt>
    <dgm:pt modelId="{FAA25FE7-DDF1-4CFF-A384-D9E7BA17D4C3}" type="pres">
      <dgm:prSet presAssocID="{463A33D9-AD5A-4DBF-9F9C-46CDF9FB92C7}" presName="sibTrans" presStyleLbl="sibTrans1D1" presStyleIdx="8" presStyleCnt="11"/>
      <dgm:spPr/>
    </dgm:pt>
    <dgm:pt modelId="{8B68B187-BDB7-402E-AEF3-B5445C074DA8}" type="pres">
      <dgm:prSet presAssocID="{463A33D9-AD5A-4DBF-9F9C-46CDF9FB92C7}" presName="connectorText" presStyleLbl="sibTrans1D1" presStyleIdx="8" presStyleCnt="11"/>
      <dgm:spPr/>
    </dgm:pt>
    <dgm:pt modelId="{B2663FFB-7C02-4E95-83BD-9ECA329FD8AE}" type="pres">
      <dgm:prSet presAssocID="{7FA60F24-293D-4B68-8408-C040B385520E}" presName="node" presStyleLbl="node1" presStyleIdx="9" presStyleCnt="12">
        <dgm:presLayoutVars>
          <dgm:bulletEnabled val="1"/>
        </dgm:presLayoutVars>
      </dgm:prSet>
      <dgm:spPr/>
    </dgm:pt>
    <dgm:pt modelId="{EC6690B7-5BA7-48BB-85F8-A3AE078DD5C6}" type="pres">
      <dgm:prSet presAssocID="{4C77323B-C584-42DE-82CE-B227A4589630}" presName="sibTrans" presStyleLbl="sibTrans1D1" presStyleIdx="9" presStyleCnt="11"/>
      <dgm:spPr/>
    </dgm:pt>
    <dgm:pt modelId="{FF1A3885-E798-4CD0-889F-9386006B480F}" type="pres">
      <dgm:prSet presAssocID="{4C77323B-C584-42DE-82CE-B227A4589630}" presName="connectorText" presStyleLbl="sibTrans1D1" presStyleIdx="9" presStyleCnt="11"/>
      <dgm:spPr/>
    </dgm:pt>
    <dgm:pt modelId="{8D162158-5762-4C80-AA42-6DD01CA99329}" type="pres">
      <dgm:prSet presAssocID="{995D9C84-1F18-4B65-937E-24044E320AFE}" presName="node" presStyleLbl="node1" presStyleIdx="10" presStyleCnt="12">
        <dgm:presLayoutVars>
          <dgm:bulletEnabled val="1"/>
        </dgm:presLayoutVars>
      </dgm:prSet>
      <dgm:spPr/>
    </dgm:pt>
    <dgm:pt modelId="{C67C9109-D56C-4ABE-97F1-3C6FB730454B}" type="pres">
      <dgm:prSet presAssocID="{1F563515-1563-4454-A8F1-FD5CF68DA0BE}" presName="sibTrans" presStyleLbl="sibTrans1D1" presStyleIdx="10" presStyleCnt="11"/>
      <dgm:spPr/>
    </dgm:pt>
    <dgm:pt modelId="{2A2C2087-F68F-4079-8A93-95F00382663A}" type="pres">
      <dgm:prSet presAssocID="{1F563515-1563-4454-A8F1-FD5CF68DA0BE}" presName="connectorText" presStyleLbl="sibTrans1D1" presStyleIdx="10" presStyleCnt="11"/>
      <dgm:spPr/>
    </dgm:pt>
    <dgm:pt modelId="{632DC6BA-7067-4B72-9030-6A663FEFC584}" type="pres">
      <dgm:prSet presAssocID="{4F307771-96E1-4DE2-9E26-6DAAB82AEF40}" presName="node" presStyleLbl="node1" presStyleIdx="11" presStyleCnt="12">
        <dgm:presLayoutVars>
          <dgm:bulletEnabled val="1"/>
        </dgm:presLayoutVars>
      </dgm:prSet>
      <dgm:spPr/>
    </dgm:pt>
  </dgm:ptLst>
  <dgm:cxnLst>
    <dgm:cxn modelId="{895DD303-B813-4CE1-B50B-33FC63396586}" type="presOf" srcId="{5C232048-7D2C-4EE0-B13D-60BABA5EAF6F}" destId="{D4F13BF1-42B2-496E-A8C5-F07FAEE9CE20}" srcOrd="1" destOrd="0" presId="urn:microsoft.com/office/officeart/2016/7/layout/RepeatingBendingProcessNew"/>
    <dgm:cxn modelId="{9E3BFD0C-4D7C-4AFF-A911-320E8B6AD2EB}" type="presOf" srcId="{56B3D186-7D83-4AB6-B2F3-61DE167935A1}" destId="{27E8E237-2AD8-4F8A-90E1-41C19EFFAC6D}" srcOrd="0" destOrd="0" presId="urn:microsoft.com/office/officeart/2016/7/layout/RepeatingBendingProcessNew"/>
    <dgm:cxn modelId="{C08D8E16-9154-4A30-B33B-0DA806DC96C1}" type="presOf" srcId="{6E4C536A-4E30-4107-99A2-585D5E0A1A79}" destId="{C881B850-2775-4924-A01E-FDEFF52C25DB}" srcOrd="0" destOrd="0" presId="urn:microsoft.com/office/officeart/2016/7/layout/RepeatingBendingProcessNew"/>
    <dgm:cxn modelId="{61E57D1F-4B1F-4BA3-8388-70DA9006A373}" type="presOf" srcId="{7790AE6B-B1F9-4A72-AA99-E0F4C3F493DB}" destId="{42A08993-73B5-4715-AA3C-54B99874CE7A}" srcOrd="0" destOrd="0" presId="urn:microsoft.com/office/officeart/2016/7/layout/RepeatingBendingProcessNew"/>
    <dgm:cxn modelId="{AC2F6821-A8AF-4150-B7B2-AE294BECBA8A}" type="presOf" srcId="{3CF678D5-F75F-43BB-956B-450DFBF2F774}" destId="{7AB44695-0BF0-4FF2-8DD6-C78FE0A24601}" srcOrd="0" destOrd="0" presId="urn:microsoft.com/office/officeart/2016/7/layout/RepeatingBendingProcessNew"/>
    <dgm:cxn modelId="{ED885C2B-5E0D-4924-B60F-B7FB86135C02}" srcId="{FBE15BA1-BEAE-4180-87CA-FE07F5AE95D1}" destId="{56B3D186-7D83-4AB6-B2F3-61DE167935A1}" srcOrd="8" destOrd="0" parTransId="{3C8990AB-1E27-4AD3-8554-459584C277ED}" sibTransId="{463A33D9-AD5A-4DBF-9F9C-46CDF9FB92C7}"/>
    <dgm:cxn modelId="{F73CA52B-A9BF-4329-9BBE-7ABFE906FF13}" type="presOf" srcId="{DA572837-E0FD-4B8E-B024-73BE98AF24A4}" destId="{C1A55EC1-E1E3-4F9E-8AD5-C872EC294000}" srcOrd="1" destOrd="0" presId="urn:microsoft.com/office/officeart/2016/7/layout/RepeatingBendingProcessNew"/>
    <dgm:cxn modelId="{3E3C5C2C-3C43-4FAC-A79A-81F9C2B96E86}" type="presOf" srcId="{D73507EC-FD06-487F-8B1C-F37352F97A33}" destId="{94AE1BCD-258A-4644-8258-0D15BB7DF227}" srcOrd="0" destOrd="0" presId="urn:microsoft.com/office/officeart/2016/7/layout/RepeatingBendingProcessNew"/>
    <dgm:cxn modelId="{22358C2D-75AF-48DC-8F0D-8C460623D044}" type="presOf" srcId="{2148D6B9-5B61-402F-B60F-F8D6B82BFB53}" destId="{DEC3AA3E-8C3C-446F-9DE6-81B2F0F1D847}" srcOrd="1" destOrd="0" presId="urn:microsoft.com/office/officeart/2016/7/layout/RepeatingBendingProcessNew"/>
    <dgm:cxn modelId="{F8CC7330-C38E-483B-BA4B-7ADA1A9A2D6B}" type="presOf" srcId="{1F563515-1563-4454-A8F1-FD5CF68DA0BE}" destId="{C67C9109-D56C-4ABE-97F1-3C6FB730454B}" srcOrd="0" destOrd="0" presId="urn:microsoft.com/office/officeart/2016/7/layout/RepeatingBendingProcessNew"/>
    <dgm:cxn modelId="{5E6EF038-FE50-4BED-9E72-4930B6AFAA1C}" type="presOf" srcId="{651E9FB3-7DF5-4D0A-8FC4-065CAC9F3EBE}" destId="{701D25B1-66F8-4826-B44F-C172ABC717C5}" srcOrd="1" destOrd="0" presId="urn:microsoft.com/office/officeart/2016/7/layout/RepeatingBendingProcessNew"/>
    <dgm:cxn modelId="{B6461239-B529-448A-9BAF-E03B7DFC1597}" type="presOf" srcId="{7FA60F24-293D-4B68-8408-C040B385520E}" destId="{B2663FFB-7C02-4E95-83BD-9ECA329FD8AE}" srcOrd="0" destOrd="0" presId="urn:microsoft.com/office/officeart/2016/7/layout/RepeatingBendingProcessNew"/>
    <dgm:cxn modelId="{B1F4213A-10FE-4FA2-91F2-D5910705A63E}" type="presOf" srcId="{8E92C503-7AFA-4DC3-A582-5F3BFF05A759}" destId="{9D09E30F-8639-4EDA-BC61-F364388EDD15}" srcOrd="0" destOrd="0" presId="urn:microsoft.com/office/officeart/2016/7/layout/RepeatingBendingProcessNew"/>
    <dgm:cxn modelId="{318B185B-ED43-40F0-85FC-0514B40AEC66}" type="presOf" srcId="{74A4B299-C2DE-4608-B2F9-496B3992388A}" destId="{60DCF450-2C63-4253-97D2-853D4CEA3C20}" srcOrd="0" destOrd="0" presId="urn:microsoft.com/office/officeart/2016/7/layout/RepeatingBendingProcessNew"/>
    <dgm:cxn modelId="{695C5866-5F43-4C48-9439-A5CEC8A387A0}" type="presOf" srcId="{2254502A-F13C-41C0-B977-1A5CFE7E3688}" destId="{E0BB2A69-5781-4E09-8D38-653793A5DFF2}" srcOrd="0" destOrd="0" presId="urn:microsoft.com/office/officeart/2016/7/layout/RepeatingBendingProcessNew"/>
    <dgm:cxn modelId="{9F2C1149-8C01-4478-B2A7-DE021E787E32}" type="presOf" srcId="{5C232048-7D2C-4EE0-B13D-60BABA5EAF6F}" destId="{0A9E37C8-CA0A-42F3-A7C2-90D70A049F6A}" srcOrd="0" destOrd="0" presId="urn:microsoft.com/office/officeart/2016/7/layout/RepeatingBendingProcessNew"/>
    <dgm:cxn modelId="{38F34469-1F1C-43CE-9F33-8FF97FF0806B}" type="presOf" srcId="{4C77323B-C584-42DE-82CE-B227A4589630}" destId="{EC6690B7-5BA7-48BB-85F8-A3AE078DD5C6}" srcOrd="0" destOrd="0" presId="urn:microsoft.com/office/officeart/2016/7/layout/RepeatingBendingProcessNew"/>
    <dgm:cxn modelId="{FED6CF49-FC37-4AEC-8623-5203CB4D7136}" type="presOf" srcId="{FCBF3487-C1D6-44D3-A567-708A641EA854}" destId="{B09B0267-B5C8-4208-BC99-98E76645A026}" srcOrd="0" destOrd="0" presId="urn:microsoft.com/office/officeart/2016/7/layout/RepeatingBendingProcessNew"/>
    <dgm:cxn modelId="{CBA74551-2CC2-48CB-A595-6D7CFBCA60E9}" srcId="{FBE15BA1-BEAE-4180-87CA-FE07F5AE95D1}" destId="{D73507EC-FD06-487F-8B1C-F37352F97A33}" srcOrd="6" destOrd="0" parTransId="{98D414B4-0B5F-4A05-9A43-2F841B2BD1A4}" sibTransId="{5C232048-7D2C-4EE0-B13D-60BABA5EAF6F}"/>
    <dgm:cxn modelId="{BCE39E71-6EC1-4CEB-BE71-524A42FDDC8D}" type="presOf" srcId="{9D17DE17-307D-45A6-9533-EAC5EC2B959A}" destId="{EDF67562-6DEC-444B-BD52-494FFABC4F40}" srcOrd="0" destOrd="0" presId="urn:microsoft.com/office/officeart/2016/7/layout/RepeatingBendingProcessNew"/>
    <dgm:cxn modelId="{4A56D353-63B8-49FE-A116-13E990038C37}" type="presOf" srcId="{2148D6B9-5B61-402F-B60F-F8D6B82BFB53}" destId="{54089DB2-05BF-4ABA-9DFE-9A0920552CEB}" srcOrd="0" destOrd="0" presId="urn:microsoft.com/office/officeart/2016/7/layout/RepeatingBendingProcessNew"/>
    <dgm:cxn modelId="{755E4E83-7782-41DA-88F3-D4F320EFB001}" srcId="{FBE15BA1-BEAE-4180-87CA-FE07F5AE95D1}" destId="{9D17DE17-307D-45A6-9533-EAC5EC2B959A}" srcOrd="2" destOrd="0" parTransId="{EAA8967E-6632-4752-B259-0186AEA682A4}" sibTransId="{2148D6B9-5B61-402F-B60F-F8D6B82BFB53}"/>
    <dgm:cxn modelId="{EB65078C-B43E-4285-914C-CA215278E2E9}" type="presOf" srcId="{EF98ADC3-334F-401C-8797-9F901DEBFEE9}" destId="{5C79E1C3-2FC2-425B-B95A-CD58F0C96AE5}" srcOrd="0" destOrd="0" presId="urn:microsoft.com/office/officeart/2016/7/layout/RepeatingBendingProcessNew"/>
    <dgm:cxn modelId="{98593293-D6BA-454C-95A7-804EBA67B6A3}" type="presOf" srcId="{995D9C84-1F18-4B65-937E-24044E320AFE}" destId="{8D162158-5762-4C80-AA42-6DD01CA99329}" srcOrd="0" destOrd="0" presId="urn:microsoft.com/office/officeart/2016/7/layout/RepeatingBendingProcessNew"/>
    <dgm:cxn modelId="{F9734094-D3D7-4869-A3AE-F8EA35CA8DCE}" type="presOf" srcId="{24E0A5B7-9245-4343-8B66-0400693CF5EF}" destId="{AA9F22B6-196A-4646-8B34-A10498AAAAFE}" srcOrd="1" destOrd="0" presId="urn:microsoft.com/office/officeart/2016/7/layout/RepeatingBendingProcessNew"/>
    <dgm:cxn modelId="{BAD45896-4F7E-4C91-83F1-86120412B2F0}" srcId="{FBE15BA1-BEAE-4180-87CA-FE07F5AE95D1}" destId="{0D2228CC-BDA0-4AD3-B232-448277C9537A}" srcOrd="3" destOrd="0" parTransId="{60C59EBC-D171-4343-97F0-5D8737DEB6B8}" sibTransId="{FCBF3487-C1D6-44D3-A567-708A641EA854}"/>
    <dgm:cxn modelId="{ED85CB97-A6A3-432B-9EC8-9B6080FA7601}" srcId="{FBE15BA1-BEAE-4180-87CA-FE07F5AE95D1}" destId="{74A4B299-C2DE-4608-B2F9-496B3992388A}" srcOrd="0" destOrd="0" parTransId="{4AB50885-6809-4044-B20F-9A7ED322EEE1}" sibTransId="{651E9FB3-7DF5-4D0A-8FC4-065CAC9F3EBE}"/>
    <dgm:cxn modelId="{A30AB399-5E05-486A-8799-FE9EED815035}" type="presOf" srcId="{DA572837-E0FD-4B8E-B024-73BE98AF24A4}" destId="{73739862-377A-440A-BCAB-99E5A3A3692F}" srcOrd="0" destOrd="0" presId="urn:microsoft.com/office/officeart/2016/7/layout/RepeatingBendingProcessNew"/>
    <dgm:cxn modelId="{7B19AA9D-DFCA-42D1-B3BF-C1606105C520}" type="presOf" srcId="{4C77323B-C584-42DE-82CE-B227A4589630}" destId="{FF1A3885-E798-4CD0-889F-9386006B480F}" srcOrd="1" destOrd="0" presId="urn:microsoft.com/office/officeart/2016/7/layout/RepeatingBendingProcessNew"/>
    <dgm:cxn modelId="{3E0045A5-9DCE-4649-933F-2DB0A43A0AA6}" type="presOf" srcId="{4F307771-96E1-4DE2-9E26-6DAAB82AEF40}" destId="{632DC6BA-7067-4B72-9030-6A663FEFC584}" srcOrd="0" destOrd="0" presId="urn:microsoft.com/office/officeart/2016/7/layout/RepeatingBendingProcessNew"/>
    <dgm:cxn modelId="{D9ED6CAE-DA36-45AC-97A2-99508274D74F}" srcId="{FBE15BA1-BEAE-4180-87CA-FE07F5AE95D1}" destId="{6E4C536A-4E30-4107-99A2-585D5E0A1A79}" srcOrd="5" destOrd="0" parTransId="{05782C3E-2AA6-45FC-A64F-CD699925D36B}" sibTransId="{24E0A5B7-9245-4343-8B66-0400693CF5EF}"/>
    <dgm:cxn modelId="{5DFBD6AE-D586-45AE-A995-57BCC26357B6}" type="presOf" srcId="{1F563515-1563-4454-A8F1-FD5CF68DA0BE}" destId="{2A2C2087-F68F-4079-8A93-95F00382663A}" srcOrd="1" destOrd="0" presId="urn:microsoft.com/office/officeart/2016/7/layout/RepeatingBendingProcessNew"/>
    <dgm:cxn modelId="{1CD85BB9-3DF2-4F01-B99B-778EF01E967F}" type="presOf" srcId="{FBE15BA1-BEAE-4180-87CA-FE07F5AE95D1}" destId="{09FEEDF1-09B1-4032-84EF-AED7BB36D9E7}" srcOrd="0" destOrd="0" presId="urn:microsoft.com/office/officeart/2016/7/layout/RepeatingBendingProcessNew"/>
    <dgm:cxn modelId="{EB13C0BB-EAC8-4A28-81BC-D749A519CB1C}" type="presOf" srcId="{8E92C503-7AFA-4DC3-A582-5F3BFF05A759}" destId="{5528B45C-9C22-4505-AD84-57B7B2960BE7}" srcOrd="1" destOrd="0" presId="urn:microsoft.com/office/officeart/2016/7/layout/RepeatingBendingProcessNew"/>
    <dgm:cxn modelId="{2A5194BF-A5E4-4CF8-8F52-649DFDADE8FD}" type="presOf" srcId="{FCBF3487-C1D6-44D3-A567-708A641EA854}" destId="{278E6D78-0090-4B2C-8FF8-6AA9BD1DFFED}" srcOrd="1" destOrd="0" presId="urn:microsoft.com/office/officeart/2016/7/layout/RepeatingBendingProcessNew"/>
    <dgm:cxn modelId="{85AC4DCD-CDB7-41B6-9D9E-5AB5D7B52077}" type="presOf" srcId="{463A33D9-AD5A-4DBF-9F9C-46CDF9FB92C7}" destId="{8B68B187-BDB7-402E-AEF3-B5445C074DA8}" srcOrd="1" destOrd="0" presId="urn:microsoft.com/office/officeart/2016/7/layout/RepeatingBendingProcessNew"/>
    <dgm:cxn modelId="{60BC7DD0-16B0-4929-A482-4C00C308ACBE}" type="presOf" srcId="{463A33D9-AD5A-4DBF-9F9C-46CDF9FB92C7}" destId="{FAA25FE7-DDF1-4CFF-A384-D9E7BA17D4C3}" srcOrd="0" destOrd="0" presId="urn:microsoft.com/office/officeart/2016/7/layout/RepeatingBendingProcessNew"/>
    <dgm:cxn modelId="{C12107DB-45D5-4454-BD1E-BCE8CF4DA56B}" srcId="{FBE15BA1-BEAE-4180-87CA-FE07F5AE95D1}" destId="{EF98ADC3-334F-401C-8797-9F901DEBFEE9}" srcOrd="7" destOrd="0" parTransId="{57AA2F4F-2505-4C3B-BB65-16239A8488E9}" sibTransId="{DA572837-E0FD-4B8E-B024-73BE98AF24A4}"/>
    <dgm:cxn modelId="{41B72ADB-9346-4AB3-9FEE-C1CF9F722647}" type="presOf" srcId="{651E9FB3-7DF5-4D0A-8FC4-065CAC9F3EBE}" destId="{24E74E6E-5E6E-4E50-A26D-E720B5A65976}" srcOrd="0" destOrd="0" presId="urn:microsoft.com/office/officeart/2016/7/layout/RepeatingBendingProcessNew"/>
    <dgm:cxn modelId="{81332FDB-46F6-49EB-9A23-2A32B36E6FCC}" srcId="{FBE15BA1-BEAE-4180-87CA-FE07F5AE95D1}" destId="{3CF678D5-F75F-43BB-956B-450DFBF2F774}" srcOrd="1" destOrd="0" parTransId="{A119EF37-636C-4A52-B9F1-F6BF16468904}" sibTransId="{8E92C503-7AFA-4DC3-A582-5F3BFF05A759}"/>
    <dgm:cxn modelId="{5B289EDE-1605-4AD0-9F4D-D4278443ADB4}" srcId="{FBE15BA1-BEAE-4180-87CA-FE07F5AE95D1}" destId="{995D9C84-1F18-4B65-937E-24044E320AFE}" srcOrd="10" destOrd="0" parTransId="{B09A070E-A1C1-4FDB-8C96-2F189232C622}" sibTransId="{1F563515-1563-4454-A8F1-FD5CF68DA0BE}"/>
    <dgm:cxn modelId="{30FCCCE1-EF7C-44AB-9AE1-720ACB74775D}" srcId="{FBE15BA1-BEAE-4180-87CA-FE07F5AE95D1}" destId="{2254502A-F13C-41C0-B977-1A5CFE7E3688}" srcOrd="4" destOrd="0" parTransId="{02D25BB2-C449-4289-9D15-CDDB95DA4FEA}" sibTransId="{7790AE6B-B1F9-4A72-AA99-E0F4C3F493DB}"/>
    <dgm:cxn modelId="{EEAA5FE3-3843-4DDE-8016-5C243EE153CF}" type="presOf" srcId="{24E0A5B7-9245-4343-8B66-0400693CF5EF}" destId="{C94042E1-4185-4DCD-AFB6-AD3BB7A56E99}" srcOrd="0" destOrd="0" presId="urn:microsoft.com/office/officeart/2016/7/layout/RepeatingBendingProcessNew"/>
    <dgm:cxn modelId="{B640DFE9-55E4-45B8-8875-F298424E39E7}" srcId="{FBE15BA1-BEAE-4180-87CA-FE07F5AE95D1}" destId="{4F307771-96E1-4DE2-9E26-6DAAB82AEF40}" srcOrd="11" destOrd="0" parTransId="{A7E54896-5EAB-402F-8F89-6B822B91A3A1}" sibTransId="{7FE98CAF-ED16-4586-83A2-362308FBB945}"/>
    <dgm:cxn modelId="{BBB501EE-A1BD-4BA7-B726-EDFF5E2647B1}" type="presOf" srcId="{0D2228CC-BDA0-4AD3-B232-448277C9537A}" destId="{74F5B41A-C896-40C6-B279-FA7522727B2D}" srcOrd="0" destOrd="0" presId="urn:microsoft.com/office/officeart/2016/7/layout/RepeatingBendingProcessNew"/>
    <dgm:cxn modelId="{10DE60F0-55B2-45D5-9543-9A781C75D4C5}" srcId="{FBE15BA1-BEAE-4180-87CA-FE07F5AE95D1}" destId="{7FA60F24-293D-4B68-8408-C040B385520E}" srcOrd="9" destOrd="0" parTransId="{826C4C0F-5E83-4FC5-B11E-6C8EC737425D}" sibTransId="{4C77323B-C584-42DE-82CE-B227A4589630}"/>
    <dgm:cxn modelId="{0AE082F9-187C-4003-98D4-BC2DA6872452}" type="presOf" srcId="{7790AE6B-B1F9-4A72-AA99-E0F4C3F493DB}" destId="{11ECDE0F-7153-44BB-8087-DA3804C9EAC5}" srcOrd="1" destOrd="0" presId="urn:microsoft.com/office/officeart/2016/7/layout/RepeatingBendingProcessNew"/>
    <dgm:cxn modelId="{94F1D04D-A2AC-4C6F-A92D-45FA3713F029}" type="presParOf" srcId="{09FEEDF1-09B1-4032-84EF-AED7BB36D9E7}" destId="{60DCF450-2C63-4253-97D2-853D4CEA3C20}" srcOrd="0" destOrd="0" presId="urn:microsoft.com/office/officeart/2016/7/layout/RepeatingBendingProcessNew"/>
    <dgm:cxn modelId="{0B097FF4-5414-421F-88AF-1E8C4451CFEC}" type="presParOf" srcId="{09FEEDF1-09B1-4032-84EF-AED7BB36D9E7}" destId="{24E74E6E-5E6E-4E50-A26D-E720B5A65976}" srcOrd="1" destOrd="0" presId="urn:microsoft.com/office/officeart/2016/7/layout/RepeatingBendingProcessNew"/>
    <dgm:cxn modelId="{776D6623-0BB9-48EE-82D4-250A01D9F0F1}" type="presParOf" srcId="{24E74E6E-5E6E-4E50-A26D-E720B5A65976}" destId="{701D25B1-66F8-4826-B44F-C172ABC717C5}" srcOrd="0" destOrd="0" presId="urn:microsoft.com/office/officeart/2016/7/layout/RepeatingBendingProcessNew"/>
    <dgm:cxn modelId="{680B1699-9286-46E2-91DB-6EB82C210843}" type="presParOf" srcId="{09FEEDF1-09B1-4032-84EF-AED7BB36D9E7}" destId="{7AB44695-0BF0-4FF2-8DD6-C78FE0A24601}" srcOrd="2" destOrd="0" presId="urn:microsoft.com/office/officeart/2016/7/layout/RepeatingBendingProcessNew"/>
    <dgm:cxn modelId="{3F38E66C-65B4-4CB0-9AFD-EB3B8301B977}" type="presParOf" srcId="{09FEEDF1-09B1-4032-84EF-AED7BB36D9E7}" destId="{9D09E30F-8639-4EDA-BC61-F364388EDD15}" srcOrd="3" destOrd="0" presId="urn:microsoft.com/office/officeart/2016/7/layout/RepeatingBendingProcessNew"/>
    <dgm:cxn modelId="{C25F7B33-5134-4DA8-A62B-4E3A8B4CF4C0}" type="presParOf" srcId="{9D09E30F-8639-4EDA-BC61-F364388EDD15}" destId="{5528B45C-9C22-4505-AD84-57B7B2960BE7}" srcOrd="0" destOrd="0" presId="urn:microsoft.com/office/officeart/2016/7/layout/RepeatingBendingProcessNew"/>
    <dgm:cxn modelId="{273C169C-0F7C-4C9F-A4F4-8721C2D1607D}" type="presParOf" srcId="{09FEEDF1-09B1-4032-84EF-AED7BB36D9E7}" destId="{EDF67562-6DEC-444B-BD52-494FFABC4F40}" srcOrd="4" destOrd="0" presId="urn:microsoft.com/office/officeart/2016/7/layout/RepeatingBendingProcessNew"/>
    <dgm:cxn modelId="{7EFD3E8A-6C05-4463-8A85-63CA9BC186D2}" type="presParOf" srcId="{09FEEDF1-09B1-4032-84EF-AED7BB36D9E7}" destId="{54089DB2-05BF-4ABA-9DFE-9A0920552CEB}" srcOrd="5" destOrd="0" presId="urn:microsoft.com/office/officeart/2016/7/layout/RepeatingBendingProcessNew"/>
    <dgm:cxn modelId="{54A7FAD1-6D18-45AE-ABC6-035C861847ED}" type="presParOf" srcId="{54089DB2-05BF-4ABA-9DFE-9A0920552CEB}" destId="{DEC3AA3E-8C3C-446F-9DE6-81B2F0F1D847}" srcOrd="0" destOrd="0" presId="urn:microsoft.com/office/officeart/2016/7/layout/RepeatingBendingProcessNew"/>
    <dgm:cxn modelId="{EBAB0EFA-E23C-4754-BF3B-C90D8BA53C8B}" type="presParOf" srcId="{09FEEDF1-09B1-4032-84EF-AED7BB36D9E7}" destId="{74F5B41A-C896-40C6-B279-FA7522727B2D}" srcOrd="6" destOrd="0" presId="urn:microsoft.com/office/officeart/2016/7/layout/RepeatingBendingProcessNew"/>
    <dgm:cxn modelId="{0304841D-E2BE-4062-BE5A-9F7E2958682F}" type="presParOf" srcId="{09FEEDF1-09B1-4032-84EF-AED7BB36D9E7}" destId="{B09B0267-B5C8-4208-BC99-98E76645A026}" srcOrd="7" destOrd="0" presId="urn:microsoft.com/office/officeart/2016/7/layout/RepeatingBendingProcessNew"/>
    <dgm:cxn modelId="{BAC7B2A9-2405-4447-8054-3C856C4A2C38}" type="presParOf" srcId="{B09B0267-B5C8-4208-BC99-98E76645A026}" destId="{278E6D78-0090-4B2C-8FF8-6AA9BD1DFFED}" srcOrd="0" destOrd="0" presId="urn:microsoft.com/office/officeart/2016/7/layout/RepeatingBendingProcessNew"/>
    <dgm:cxn modelId="{4AFA3AF6-EF8A-40FD-9077-30969DDD1FEC}" type="presParOf" srcId="{09FEEDF1-09B1-4032-84EF-AED7BB36D9E7}" destId="{E0BB2A69-5781-4E09-8D38-653793A5DFF2}" srcOrd="8" destOrd="0" presId="urn:microsoft.com/office/officeart/2016/7/layout/RepeatingBendingProcessNew"/>
    <dgm:cxn modelId="{A919C5F2-0DAE-4323-9EFE-6D7E979FAA76}" type="presParOf" srcId="{09FEEDF1-09B1-4032-84EF-AED7BB36D9E7}" destId="{42A08993-73B5-4715-AA3C-54B99874CE7A}" srcOrd="9" destOrd="0" presId="urn:microsoft.com/office/officeart/2016/7/layout/RepeatingBendingProcessNew"/>
    <dgm:cxn modelId="{5F03F83A-2A12-402B-B227-864E29952580}" type="presParOf" srcId="{42A08993-73B5-4715-AA3C-54B99874CE7A}" destId="{11ECDE0F-7153-44BB-8087-DA3804C9EAC5}" srcOrd="0" destOrd="0" presId="urn:microsoft.com/office/officeart/2016/7/layout/RepeatingBendingProcessNew"/>
    <dgm:cxn modelId="{4D39B50C-3E4E-488A-B7DF-0376D28FAF7B}" type="presParOf" srcId="{09FEEDF1-09B1-4032-84EF-AED7BB36D9E7}" destId="{C881B850-2775-4924-A01E-FDEFF52C25DB}" srcOrd="10" destOrd="0" presId="urn:microsoft.com/office/officeart/2016/7/layout/RepeatingBendingProcessNew"/>
    <dgm:cxn modelId="{A7D3DDE0-F886-4325-B27F-6FCC1DFF1ABD}" type="presParOf" srcId="{09FEEDF1-09B1-4032-84EF-AED7BB36D9E7}" destId="{C94042E1-4185-4DCD-AFB6-AD3BB7A56E99}" srcOrd="11" destOrd="0" presId="urn:microsoft.com/office/officeart/2016/7/layout/RepeatingBendingProcessNew"/>
    <dgm:cxn modelId="{251CE143-8A9D-4880-894D-A6C91B28730F}" type="presParOf" srcId="{C94042E1-4185-4DCD-AFB6-AD3BB7A56E99}" destId="{AA9F22B6-196A-4646-8B34-A10498AAAAFE}" srcOrd="0" destOrd="0" presId="urn:microsoft.com/office/officeart/2016/7/layout/RepeatingBendingProcessNew"/>
    <dgm:cxn modelId="{6DABDF22-0985-4B3C-A41A-32A5E236B810}" type="presParOf" srcId="{09FEEDF1-09B1-4032-84EF-AED7BB36D9E7}" destId="{94AE1BCD-258A-4644-8258-0D15BB7DF227}" srcOrd="12" destOrd="0" presId="urn:microsoft.com/office/officeart/2016/7/layout/RepeatingBendingProcessNew"/>
    <dgm:cxn modelId="{301C8707-F04D-4859-88B1-2812CCDB3B3D}" type="presParOf" srcId="{09FEEDF1-09B1-4032-84EF-AED7BB36D9E7}" destId="{0A9E37C8-CA0A-42F3-A7C2-90D70A049F6A}" srcOrd="13" destOrd="0" presId="urn:microsoft.com/office/officeart/2016/7/layout/RepeatingBendingProcessNew"/>
    <dgm:cxn modelId="{93F419D0-A7CB-4325-A5F8-90BD3D8B5E3B}" type="presParOf" srcId="{0A9E37C8-CA0A-42F3-A7C2-90D70A049F6A}" destId="{D4F13BF1-42B2-496E-A8C5-F07FAEE9CE20}" srcOrd="0" destOrd="0" presId="urn:microsoft.com/office/officeart/2016/7/layout/RepeatingBendingProcessNew"/>
    <dgm:cxn modelId="{73CDD3BD-9D88-4D5F-AA98-87AFA66AF4FA}" type="presParOf" srcId="{09FEEDF1-09B1-4032-84EF-AED7BB36D9E7}" destId="{5C79E1C3-2FC2-425B-B95A-CD58F0C96AE5}" srcOrd="14" destOrd="0" presId="urn:microsoft.com/office/officeart/2016/7/layout/RepeatingBendingProcessNew"/>
    <dgm:cxn modelId="{362458FC-2D33-4D10-B67F-4E5D74A984A8}" type="presParOf" srcId="{09FEEDF1-09B1-4032-84EF-AED7BB36D9E7}" destId="{73739862-377A-440A-BCAB-99E5A3A3692F}" srcOrd="15" destOrd="0" presId="urn:microsoft.com/office/officeart/2016/7/layout/RepeatingBendingProcessNew"/>
    <dgm:cxn modelId="{0E56E5C4-8EE9-4B12-8900-9AFD851FC808}" type="presParOf" srcId="{73739862-377A-440A-BCAB-99E5A3A3692F}" destId="{C1A55EC1-E1E3-4F9E-8AD5-C872EC294000}" srcOrd="0" destOrd="0" presId="urn:microsoft.com/office/officeart/2016/7/layout/RepeatingBendingProcessNew"/>
    <dgm:cxn modelId="{0CAADC3C-439F-4D10-9110-1EFA5266D05D}" type="presParOf" srcId="{09FEEDF1-09B1-4032-84EF-AED7BB36D9E7}" destId="{27E8E237-2AD8-4F8A-90E1-41C19EFFAC6D}" srcOrd="16" destOrd="0" presId="urn:microsoft.com/office/officeart/2016/7/layout/RepeatingBendingProcessNew"/>
    <dgm:cxn modelId="{CE8572A1-DFFD-4F8E-919F-477BDD4F5397}" type="presParOf" srcId="{09FEEDF1-09B1-4032-84EF-AED7BB36D9E7}" destId="{FAA25FE7-DDF1-4CFF-A384-D9E7BA17D4C3}" srcOrd="17" destOrd="0" presId="urn:microsoft.com/office/officeart/2016/7/layout/RepeatingBendingProcessNew"/>
    <dgm:cxn modelId="{C439AFD9-A883-4A76-8457-898B7AFED0F0}" type="presParOf" srcId="{FAA25FE7-DDF1-4CFF-A384-D9E7BA17D4C3}" destId="{8B68B187-BDB7-402E-AEF3-B5445C074DA8}" srcOrd="0" destOrd="0" presId="urn:microsoft.com/office/officeart/2016/7/layout/RepeatingBendingProcessNew"/>
    <dgm:cxn modelId="{83B40EDE-7B6E-4377-BEBF-52F3F052C7F4}" type="presParOf" srcId="{09FEEDF1-09B1-4032-84EF-AED7BB36D9E7}" destId="{B2663FFB-7C02-4E95-83BD-9ECA329FD8AE}" srcOrd="18" destOrd="0" presId="urn:microsoft.com/office/officeart/2016/7/layout/RepeatingBendingProcessNew"/>
    <dgm:cxn modelId="{E577E1CF-5465-4E80-92BC-B17DB4A9F3DA}" type="presParOf" srcId="{09FEEDF1-09B1-4032-84EF-AED7BB36D9E7}" destId="{EC6690B7-5BA7-48BB-85F8-A3AE078DD5C6}" srcOrd="19" destOrd="0" presId="urn:microsoft.com/office/officeart/2016/7/layout/RepeatingBendingProcessNew"/>
    <dgm:cxn modelId="{439AD04E-B88A-411D-AAD4-446FC2C0A618}" type="presParOf" srcId="{EC6690B7-5BA7-48BB-85F8-A3AE078DD5C6}" destId="{FF1A3885-E798-4CD0-889F-9386006B480F}" srcOrd="0" destOrd="0" presId="urn:microsoft.com/office/officeart/2016/7/layout/RepeatingBendingProcessNew"/>
    <dgm:cxn modelId="{8645A402-8D07-4B16-BC1E-236A1E4D65C3}" type="presParOf" srcId="{09FEEDF1-09B1-4032-84EF-AED7BB36D9E7}" destId="{8D162158-5762-4C80-AA42-6DD01CA99329}" srcOrd="20" destOrd="0" presId="urn:microsoft.com/office/officeart/2016/7/layout/RepeatingBendingProcessNew"/>
    <dgm:cxn modelId="{DCEB8E4D-2BE5-474C-A401-A545F61F0994}" type="presParOf" srcId="{09FEEDF1-09B1-4032-84EF-AED7BB36D9E7}" destId="{C67C9109-D56C-4ABE-97F1-3C6FB730454B}" srcOrd="21" destOrd="0" presId="urn:microsoft.com/office/officeart/2016/7/layout/RepeatingBendingProcessNew"/>
    <dgm:cxn modelId="{237419BF-AB10-4409-8082-30A1927120C1}" type="presParOf" srcId="{C67C9109-D56C-4ABE-97F1-3C6FB730454B}" destId="{2A2C2087-F68F-4079-8A93-95F00382663A}" srcOrd="0" destOrd="0" presId="urn:microsoft.com/office/officeart/2016/7/layout/RepeatingBendingProcessNew"/>
    <dgm:cxn modelId="{1E93D2A0-369D-4AFC-A93A-011E0200E99F}" type="presParOf" srcId="{09FEEDF1-09B1-4032-84EF-AED7BB36D9E7}" destId="{632DC6BA-7067-4B72-9030-6A663FEFC584}" srcOrd="2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E74E6E-5E6E-4E50-A26D-E720B5A65976}">
      <dsp:nvSpPr>
        <dsp:cNvPr id="0" name=""/>
        <dsp:cNvSpPr/>
      </dsp:nvSpPr>
      <dsp:spPr>
        <a:xfrm>
          <a:off x="2669704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577453"/>
        <a:ext cx="22113" cy="4422"/>
      </dsp:txXfrm>
    </dsp:sp>
    <dsp:sp modelId="{60DCF450-2C63-4253-97D2-853D4CEA3C20}">
      <dsp:nvSpPr>
        <dsp:cNvPr id="0" name=""/>
        <dsp:cNvSpPr/>
      </dsp:nvSpPr>
      <dsp:spPr>
        <a:xfrm>
          <a:off x="748607" y="2795"/>
          <a:ext cx="1922896" cy="115373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b="1" kern="1200"/>
            <a:t>Alcance del Proyecto</a:t>
          </a:r>
          <a:endParaRPr lang="en-US" sz="1300" kern="1200"/>
        </a:p>
      </dsp:txBody>
      <dsp:txXfrm>
        <a:off x="748607" y="2795"/>
        <a:ext cx="1922896" cy="1153737"/>
      </dsp:txXfrm>
    </dsp:sp>
    <dsp:sp modelId="{9D09E30F-8639-4EDA-BC61-F364388EDD15}">
      <dsp:nvSpPr>
        <dsp:cNvPr id="0" name=""/>
        <dsp:cNvSpPr/>
      </dsp:nvSpPr>
      <dsp:spPr>
        <a:xfrm>
          <a:off x="5034866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2">
              <a:hueOff val="644361"/>
              <a:satOff val="-1849"/>
              <a:lumOff val="-296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577453"/>
        <a:ext cx="22113" cy="4422"/>
      </dsp:txXfrm>
    </dsp:sp>
    <dsp:sp modelId="{7AB44695-0BF0-4FF2-8DD6-C78FE0A24601}">
      <dsp:nvSpPr>
        <dsp:cNvPr id="0" name=""/>
        <dsp:cNvSpPr/>
      </dsp:nvSpPr>
      <dsp:spPr>
        <a:xfrm>
          <a:off x="3113770" y="2795"/>
          <a:ext cx="1922896" cy="1153737"/>
        </a:xfrm>
        <a:prstGeom prst="rect">
          <a:avLst/>
        </a:prstGeom>
        <a:solidFill>
          <a:schemeClr val="accent2">
            <a:hueOff val="585783"/>
            <a:satOff val="-1681"/>
            <a:lumOff val="-26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/>
            <a:t>Nuestra aplicación ofrecerá las siguientes funcionalidades principales:</a:t>
          </a:r>
          <a:endParaRPr lang="en-US" sz="1300" kern="1200"/>
        </a:p>
      </dsp:txBody>
      <dsp:txXfrm>
        <a:off x="3113770" y="2795"/>
        <a:ext cx="1922896" cy="1153737"/>
      </dsp:txXfrm>
    </dsp:sp>
    <dsp:sp modelId="{54089DB2-05BF-4ABA-9DFE-9A0920552CEB}">
      <dsp:nvSpPr>
        <dsp:cNvPr id="0" name=""/>
        <dsp:cNvSpPr/>
      </dsp:nvSpPr>
      <dsp:spPr>
        <a:xfrm>
          <a:off x="7400029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2">
              <a:hueOff val="1288723"/>
              <a:satOff val="-3699"/>
              <a:lumOff val="-592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577453"/>
        <a:ext cx="22113" cy="4422"/>
      </dsp:txXfrm>
    </dsp:sp>
    <dsp:sp modelId="{EDF67562-6DEC-444B-BD52-494FFABC4F40}">
      <dsp:nvSpPr>
        <dsp:cNvPr id="0" name=""/>
        <dsp:cNvSpPr/>
      </dsp:nvSpPr>
      <dsp:spPr>
        <a:xfrm>
          <a:off x="5478933" y="2795"/>
          <a:ext cx="1922896" cy="1153737"/>
        </a:xfrm>
        <a:prstGeom prst="rect">
          <a:avLst/>
        </a:prstGeom>
        <a:solidFill>
          <a:schemeClr val="accent2">
            <a:hueOff val="1171566"/>
            <a:satOff val="-3362"/>
            <a:lumOff val="-538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/>
            <a:t>Registro y gestión de hábitos diarios.</a:t>
          </a:r>
          <a:endParaRPr lang="en-US" sz="1300" kern="1200"/>
        </a:p>
      </dsp:txBody>
      <dsp:txXfrm>
        <a:off x="5478933" y="2795"/>
        <a:ext cx="1922896" cy="1153737"/>
      </dsp:txXfrm>
    </dsp:sp>
    <dsp:sp modelId="{B09B0267-B5C8-4208-BC99-98E76645A026}">
      <dsp:nvSpPr>
        <dsp:cNvPr id="0" name=""/>
        <dsp:cNvSpPr/>
      </dsp:nvSpPr>
      <dsp:spPr>
        <a:xfrm>
          <a:off x="1710055" y="1154733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12700" cap="flat" cmpd="sng" algn="ctr">
          <a:solidFill>
            <a:schemeClr val="accent2">
              <a:hueOff val="1933084"/>
              <a:satOff val="-5548"/>
              <a:lumOff val="-8883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1358355"/>
        <a:ext cx="355462" cy="4422"/>
      </dsp:txXfrm>
    </dsp:sp>
    <dsp:sp modelId="{74F5B41A-C896-40C6-B279-FA7522727B2D}">
      <dsp:nvSpPr>
        <dsp:cNvPr id="0" name=""/>
        <dsp:cNvSpPr/>
      </dsp:nvSpPr>
      <dsp:spPr>
        <a:xfrm>
          <a:off x="7844095" y="2795"/>
          <a:ext cx="1922896" cy="1153737"/>
        </a:xfrm>
        <a:prstGeom prst="rect">
          <a:avLst/>
        </a:prstGeom>
        <a:solidFill>
          <a:schemeClr val="accent2">
            <a:hueOff val="1757349"/>
            <a:satOff val="-5044"/>
            <a:lumOff val="-807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/>
            <a:t>Recordatorios configurables por el usuario.</a:t>
          </a:r>
          <a:endParaRPr lang="en-US" sz="1300" kern="1200"/>
        </a:p>
      </dsp:txBody>
      <dsp:txXfrm>
        <a:off x="7844095" y="2795"/>
        <a:ext cx="1922896" cy="1153737"/>
      </dsp:txXfrm>
    </dsp:sp>
    <dsp:sp modelId="{42A08993-73B5-4715-AA3C-54B99874CE7A}">
      <dsp:nvSpPr>
        <dsp:cNvPr id="0" name=""/>
        <dsp:cNvSpPr/>
      </dsp:nvSpPr>
      <dsp:spPr>
        <a:xfrm>
          <a:off x="2669704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2">
              <a:hueOff val="2577445"/>
              <a:satOff val="-7397"/>
              <a:lumOff val="-1184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2173457"/>
        <a:ext cx="22113" cy="4422"/>
      </dsp:txXfrm>
    </dsp:sp>
    <dsp:sp modelId="{E0BB2A69-5781-4E09-8D38-653793A5DFF2}">
      <dsp:nvSpPr>
        <dsp:cNvPr id="0" name=""/>
        <dsp:cNvSpPr/>
      </dsp:nvSpPr>
      <dsp:spPr>
        <a:xfrm>
          <a:off x="748607" y="1598800"/>
          <a:ext cx="1922896" cy="1153737"/>
        </a:xfrm>
        <a:prstGeom prst="rect">
          <a:avLst/>
        </a:prstGeom>
        <a:solidFill>
          <a:schemeClr val="accent2">
            <a:hueOff val="2343132"/>
            <a:satOff val="-6725"/>
            <a:lumOff val="-1076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/>
            <a:t>Panel de estadísticas de hábitos cumplidos.</a:t>
          </a:r>
          <a:endParaRPr lang="en-US" sz="1300" kern="1200"/>
        </a:p>
      </dsp:txBody>
      <dsp:txXfrm>
        <a:off x="748607" y="1598800"/>
        <a:ext cx="1922896" cy="1153737"/>
      </dsp:txXfrm>
    </dsp:sp>
    <dsp:sp modelId="{C94042E1-4185-4DCD-AFB6-AD3BB7A56E99}">
      <dsp:nvSpPr>
        <dsp:cNvPr id="0" name=""/>
        <dsp:cNvSpPr/>
      </dsp:nvSpPr>
      <dsp:spPr>
        <a:xfrm>
          <a:off x="5034866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2173457"/>
        <a:ext cx="22113" cy="4422"/>
      </dsp:txXfrm>
    </dsp:sp>
    <dsp:sp modelId="{C881B850-2775-4924-A01E-FDEFF52C25DB}">
      <dsp:nvSpPr>
        <dsp:cNvPr id="0" name=""/>
        <dsp:cNvSpPr/>
      </dsp:nvSpPr>
      <dsp:spPr>
        <a:xfrm>
          <a:off x="3113770" y="1598800"/>
          <a:ext cx="1922896" cy="1153737"/>
        </a:xfrm>
        <a:prstGeom prst="rect">
          <a:avLst/>
        </a:prstGeom>
        <a:solidFill>
          <a:schemeClr val="accent2">
            <a:hueOff val="2928915"/>
            <a:satOff val="-8406"/>
            <a:lumOff val="-1345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/>
            <a:t>Motivación mediante gamificación (retos, insignias).</a:t>
          </a:r>
          <a:endParaRPr lang="en-US" sz="1300" kern="1200"/>
        </a:p>
      </dsp:txBody>
      <dsp:txXfrm>
        <a:off x="3113770" y="1598800"/>
        <a:ext cx="1922896" cy="1153737"/>
      </dsp:txXfrm>
    </dsp:sp>
    <dsp:sp modelId="{0A9E37C8-CA0A-42F3-A7C2-90D70A049F6A}">
      <dsp:nvSpPr>
        <dsp:cNvPr id="0" name=""/>
        <dsp:cNvSpPr/>
      </dsp:nvSpPr>
      <dsp:spPr>
        <a:xfrm>
          <a:off x="7400029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2">
              <a:hueOff val="3866169"/>
              <a:satOff val="-11096"/>
              <a:lumOff val="-1776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2173457"/>
        <a:ext cx="22113" cy="4422"/>
      </dsp:txXfrm>
    </dsp:sp>
    <dsp:sp modelId="{94AE1BCD-258A-4644-8258-0D15BB7DF227}">
      <dsp:nvSpPr>
        <dsp:cNvPr id="0" name=""/>
        <dsp:cNvSpPr/>
      </dsp:nvSpPr>
      <dsp:spPr>
        <a:xfrm>
          <a:off x="5478933" y="1598800"/>
          <a:ext cx="1922896" cy="1153737"/>
        </a:xfrm>
        <a:prstGeom prst="rect">
          <a:avLst/>
        </a:prstGeom>
        <a:solidFill>
          <a:schemeClr val="accent2">
            <a:hueOff val="3514698"/>
            <a:satOff val="-10087"/>
            <a:lumOff val="-1615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/>
            <a:t>Compatibilidad en Android e iOS.</a:t>
          </a:r>
          <a:endParaRPr lang="en-US" sz="1300" kern="1200"/>
        </a:p>
      </dsp:txBody>
      <dsp:txXfrm>
        <a:off x="5478933" y="1598800"/>
        <a:ext cx="1922896" cy="1153737"/>
      </dsp:txXfrm>
    </dsp:sp>
    <dsp:sp modelId="{73739862-377A-440A-BCAB-99E5A3A3692F}">
      <dsp:nvSpPr>
        <dsp:cNvPr id="0" name=""/>
        <dsp:cNvSpPr/>
      </dsp:nvSpPr>
      <dsp:spPr>
        <a:xfrm>
          <a:off x="1710055" y="2750737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12700" cap="flat" cmpd="sng" algn="ctr">
          <a:solidFill>
            <a:schemeClr val="accent2">
              <a:hueOff val="4510529"/>
              <a:satOff val="-12945"/>
              <a:lumOff val="-20726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2954359"/>
        <a:ext cx="355462" cy="4422"/>
      </dsp:txXfrm>
    </dsp:sp>
    <dsp:sp modelId="{5C79E1C3-2FC2-425B-B95A-CD58F0C96AE5}">
      <dsp:nvSpPr>
        <dsp:cNvPr id="0" name=""/>
        <dsp:cNvSpPr/>
      </dsp:nvSpPr>
      <dsp:spPr>
        <a:xfrm>
          <a:off x="7844095" y="1598800"/>
          <a:ext cx="1922896" cy="1153737"/>
        </a:xfrm>
        <a:prstGeom prst="rect">
          <a:avLst/>
        </a:prstGeom>
        <a:solidFill>
          <a:schemeClr val="accent2">
            <a:hueOff val="4100481"/>
            <a:satOff val="-11768"/>
            <a:lumOff val="-1884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b="1" kern="1200"/>
            <a:t>Delimitaciones Importantes</a:t>
          </a:r>
          <a:endParaRPr lang="en-US" sz="1300" kern="1200"/>
        </a:p>
      </dsp:txBody>
      <dsp:txXfrm>
        <a:off x="7844095" y="1598800"/>
        <a:ext cx="1922896" cy="1153737"/>
      </dsp:txXfrm>
    </dsp:sp>
    <dsp:sp modelId="{FAA25FE7-DDF1-4CFF-A384-D9E7BA17D4C3}">
      <dsp:nvSpPr>
        <dsp:cNvPr id="0" name=""/>
        <dsp:cNvSpPr/>
      </dsp:nvSpPr>
      <dsp:spPr>
        <a:xfrm>
          <a:off x="2669704" y="3725953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2">
              <a:hueOff val="5154891"/>
              <a:satOff val="-14794"/>
              <a:lumOff val="-2368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3769461"/>
        <a:ext cx="22113" cy="4422"/>
      </dsp:txXfrm>
    </dsp:sp>
    <dsp:sp modelId="{27E8E237-2AD8-4F8A-90E1-41C19EFFAC6D}">
      <dsp:nvSpPr>
        <dsp:cNvPr id="0" name=""/>
        <dsp:cNvSpPr/>
      </dsp:nvSpPr>
      <dsp:spPr>
        <a:xfrm>
          <a:off x="748607" y="3194804"/>
          <a:ext cx="1922896" cy="1153737"/>
        </a:xfrm>
        <a:prstGeom prst="rect">
          <a:avLst/>
        </a:prstGeom>
        <a:solidFill>
          <a:schemeClr val="accent2">
            <a:hueOff val="4686264"/>
            <a:satOff val="-13449"/>
            <a:lumOff val="-2153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/>
            <a:t>Es crucial entender lo que la aplicación </a:t>
          </a:r>
          <a:r>
            <a:rPr lang="es-MX" sz="1300" b="1" kern="1200"/>
            <a:t>no</a:t>
          </a:r>
          <a:r>
            <a:rPr lang="es-MX" sz="1300" kern="1200"/>
            <a:t> incluirá:</a:t>
          </a:r>
          <a:endParaRPr lang="en-US" sz="1300" kern="1200"/>
        </a:p>
      </dsp:txBody>
      <dsp:txXfrm>
        <a:off x="748607" y="3194804"/>
        <a:ext cx="1922896" cy="1153737"/>
      </dsp:txXfrm>
    </dsp:sp>
    <dsp:sp modelId="{EC6690B7-5BA7-48BB-85F8-A3AE078DD5C6}">
      <dsp:nvSpPr>
        <dsp:cNvPr id="0" name=""/>
        <dsp:cNvSpPr/>
      </dsp:nvSpPr>
      <dsp:spPr>
        <a:xfrm>
          <a:off x="5034866" y="3725953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2">
              <a:hueOff val="5799252"/>
              <a:satOff val="-16644"/>
              <a:lumOff val="-2664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3769461"/>
        <a:ext cx="22113" cy="4422"/>
      </dsp:txXfrm>
    </dsp:sp>
    <dsp:sp modelId="{B2663FFB-7C02-4E95-83BD-9ECA329FD8AE}">
      <dsp:nvSpPr>
        <dsp:cNvPr id="0" name=""/>
        <dsp:cNvSpPr/>
      </dsp:nvSpPr>
      <dsp:spPr>
        <a:xfrm>
          <a:off x="3113770" y="3194804"/>
          <a:ext cx="1922896" cy="1153737"/>
        </a:xfrm>
        <a:prstGeom prst="rect">
          <a:avLst/>
        </a:prstGeom>
        <a:solidFill>
          <a:schemeClr val="accent2">
            <a:hueOff val="5272048"/>
            <a:satOff val="-15131"/>
            <a:lumOff val="-2422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/>
            <a:t>No sustituye un diagnóstico médico profesional.</a:t>
          </a:r>
          <a:endParaRPr lang="en-US" sz="1300" kern="1200"/>
        </a:p>
      </dsp:txBody>
      <dsp:txXfrm>
        <a:off x="3113770" y="3194804"/>
        <a:ext cx="1922896" cy="1153737"/>
      </dsp:txXfrm>
    </dsp:sp>
    <dsp:sp modelId="{C67C9109-D56C-4ABE-97F1-3C6FB730454B}">
      <dsp:nvSpPr>
        <dsp:cNvPr id="0" name=""/>
        <dsp:cNvSpPr/>
      </dsp:nvSpPr>
      <dsp:spPr>
        <a:xfrm>
          <a:off x="7400029" y="3725953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3769461"/>
        <a:ext cx="22113" cy="4422"/>
      </dsp:txXfrm>
    </dsp:sp>
    <dsp:sp modelId="{8D162158-5762-4C80-AA42-6DD01CA99329}">
      <dsp:nvSpPr>
        <dsp:cNvPr id="0" name=""/>
        <dsp:cNvSpPr/>
      </dsp:nvSpPr>
      <dsp:spPr>
        <a:xfrm>
          <a:off x="5478933" y="3194804"/>
          <a:ext cx="1922896" cy="1153737"/>
        </a:xfrm>
        <a:prstGeom prst="rect">
          <a:avLst/>
        </a:prstGeom>
        <a:solidFill>
          <a:schemeClr val="accent2">
            <a:hueOff val="5857831"/>
            <a:satOff val="-16812"/>
            <a:lumOff val="-2691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/>
            <a:t>No incluye recetas médicas ni planes clínicos avanzados.</a:t>
          </a:r>
          <a:endParaRPr lang="en-US" sz="1300" kern="1200"/>
        </a:p>
      </dsp:txBody>
      <dsp:txXfrm>
        <a:off x="5478933" y="3194804"/>
        <a:ext cx="1922896" cy="1153737"/>
      </dsp:txXfrm>
    </dsp:sp>
    <dsp:sp modelId="{632DC6BA-7067-4B72-9030-6A663FEFC584}">
      <dsp:nvSpPr>
        <dsp:cNvPr id="0" name=""/>
        <dsp:cNvSpPr/>
      </dsp:nvSpPr>
      <dsp:spPr>
        <a:xfrm>
          <a:off x="7844095" y="3194804"/>
          <a:ext cx="1922896" cy="1153737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/>
            <a:t>La integración con dispositivos externos (wearables) se considera para futuras versiones.</a:t>
          </a:r>
          <a:endParaRPr lang="en-US" sz="1300" kern="1200"/>
        </a:p>
      </dsp:txBody>
      <dsp:txXfrm>
        <a:off x="7844095" y="3194804"/>
        <a:ext cx="1922896" cy="11537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D1730D-11AC-0F66-649B-5A070DD3F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7972D7F-4D9F-1BAC-F6F1-4ECE77D74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EB095C7-1B45-3EC0-0F8E-3F687F87F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051D5-5108-4D5A-AE1F-F029CDCD3B49}" type="datetimeFigureOut">
              <a:rPr lang="es-CO" smtClean="0"/>
              <a:t>8/09/2025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D55EA1-0703-ED89-FB97-441E027C5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3B88B1-C2A8-096C-8D68-AE3DAC1B7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2BDFA-814E-4168-8D4E-0331C28202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77950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9B2FA3-F2CD-3A5A-43AA-C7CBE9AF0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5738C3-FD90-FBCE-F135-59B85955B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4E25BB-1FD4-0715-2614-EE8AAA9BD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051D5-5108-4D5A-AE1F-F029CDCD3B49}" type="datetimeFigureOut">
              <a:rPr lang="es-CO" smtClean="0"/>
              <a:t>8/09/2025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982B0F-B138-02A4-F967-1F89312B4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08D58A-C3BA-F1B2-D396-E865236C0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2BDFA-814E-4168-8D4E-0331C28202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57868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46FD70-AB9E-F562-B4F1-BCE441C5A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89F7C64-DDBE-8070-1D71-F68A2B0F7D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53D745D-1064-3F34-BBE1-D5946BA9D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051D5-5108-4D5A-AE1F-F029CDCD3B49}" type="datetimeFigureOut">
              <a:rPr lang="es-CO" smtClean="0"/>
              <a:t>8/09/2025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8AA968-A447-FFAA-5524-396141B5B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73E99F-311D-40EA-C91D-4A823129F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2BDFA-814E-4168-8D4E-0331C28202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34975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61A730-43C8-A3A0-93AA-E4A43E2E6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6585F6-4932-8B8F-00B2-D0007B4B2E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C3E2AC1-EDB7-36ED-D3E8-49A35A9592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06FA216-0F27-F38E-BEBD-F232D789C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051D5-5108-4D5A-AE1F-F029CDCD3B49}" type="datetimeFigureOut">
              <a:rPr lang="es-CO" smtClean="0"/>
              <a:t>8/09/2025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91C26DC-597E-DC75-DEBA-1106F0565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12616BD-DD1E-1F2A-81C1-7C6AB1AF4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2BDFA-814E-4168-8D4E-0331C28202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2420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B58B09-7B39-1675-7A4A-E3E23FD82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6C3175-AD09-E6FD-03B3-BC81A87BE3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B419E2C-F5B8-0929-3414-A01C2CBF13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0AD72CF-893E-9D15-6ADD-52FF0A4B10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6B383C9-F385-3261-E714-83A87B98EC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444310F-2295-7F80-B799-7550C989A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051D5-5108-4D5A-AE1F-F029CDCD3B49}" type="datetimeFigureOut">
              <a:rPr lang="es-CO" smtClean="0"/>
              <a:t>8/09/2025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850903A-E731-6C63-C228-CA4AB77DD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4C9CB7B-254A-6F1B-551F-14E5372BA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2BDFA-814E-4168-8D4E-0331C28202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79802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6D2445-A9D4-95AF-F1E6-2923E6228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80CBCFE-AB38-AC57-A076-255A2FEF7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051D5-5108-4D5A-AE1F-F029CDCD3B49}" type="datetimeFigureOut">
              <a:rPr lang="es-CO" smtClean="0"/>
              <a:t>8/09/2025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6A4B585-6C9F-19CC-63EB-D59B52505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EAC547E-425A-B1A1-34B1-C188292BC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2BDFA-814E-4168-8D4E-0331C28202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75923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BA13502-A8CC-A841-904C-68C5DE45D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051D5-5108-4D5A-AE1F-F029CDCD3B49}" type="datetimeFigureOut">
              <a:rPr lang="es-CO" smtClean="0"/>
              <a:t>8/09/2025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F7C2A13-CC5A-069C-FE40-3AEC70F2E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309BDB7-D0C6-50E8-6F2B-7C4C2BBBD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2BDFA-814E-4168-8D4E-0331C28202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74627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A8E6F3-6D7E-27A1-1A53-DF99F6497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2A48E8-895C-6AD5-1E10-AE1CCE2A2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4F9D127-9E17-AB78-8139-A92ACE354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26D4CC9-E702-1EE0-FBCF-150B66D7E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051D5-5108-4D5A-AE1F-F029CDCD3B49}" type="datetimeFigureOut">
              <a:rPr lang="es-CO" smtClean="0"/>
              <a:t>8/09/2025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5D2E91B-00CB-AD3B-50C3-9EE2C9E96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5AE6D4-C6A9-2534-814B-01153CFF3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2BDFA-814E-4168-8D4E-0331C28202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59199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4313A4-68DD-CA05-E2DB-212093E59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843DE1C-EE31-4C3F-10B0-234451AD86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1B61ECE-CDF0-113B-660C-AEFEE8B2D5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D216159-8637-6C5F-6A6B-C571F4454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051D5-5108-4D5A-AE1F-F029CDCD3B49}" type="datetimeFigureOut">
              <a:rPr lang="es-CO" smtClean="0"/>
              <a:t>8/09/2025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E41815E-3D14-0C17-EE61-E1F445EDC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7558A87-BA08-1585-DF43-96C79888B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2BDFA-814E-4168-8D4E-0331C28202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56176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F25083-E456-9552-77D4-4DCFC4C65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50E32E9-9F4F-3E6C-A7B4-6E1ACEF30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C5E14DB-2FA8-1309-9E47-EF74F33F1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051D5-5108-4D5A-AE1F-F029CDCD3B49}" type="datetimeFigureOut">
              <a:rPr lang="es-CO" smtClean="0"/>
              <a:t>8/09/2025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D54001-32A4-33A3-277F-B1AFD9F75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9CB085-C6BE-AE70-57E7-C991A148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2BDFA-814E-4168-8D4E-0331C28202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49675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255A6A6-6053-4B6D-26D1-4063E20534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1F33099-F719-0A2D-C091-CF5CE8FF5D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1CB462-3A3B-9415-0CA0-9C12D1A80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051D5-5108-4D5A-AE1F-F029CDCD3B49}" type="datetimeFigureOut">
              <a:rPr lang="es-CO" smtClean="0"/>
              <a:t>8/09/2025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DC0318-8E5C-EE9C-0AF9-D09CBC212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5E236A-2DFA-0885-0DFB-F8B3912E3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2BDFA-814E-4168-8D4E-0331C28202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79095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ADA09C8-61A6-FADA-B356-EF4EE5EFD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8104347-B03B-D461-633C-AD41E3B8FA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1BD075-1953-8713-AF92-C4F6FC0AD5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E051D5-5108-4D5A-AE1F-F029CDCD3B49}" type="datetimeFigureOut">
              <a:rPr lang="es-CO" smtClean="0"/>
              <a:t>8/09/2025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C249B8-E0DE-5D65-7AEA-F5DE163F52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31B445-0409-8E35-4F54-1B0ED6BB36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12BDFA-814E-4168-8D4E-0331C28202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80708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12E87CB-C46C-94DD-BCB9-8B35B6E04E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>
            <a:normAutofit/>
          </a:bodyPr>
          <a:lstStyle/>
          <a:p>
            <a:r>
              <a:rPr lang="es-CO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Gestión de Hábitos Saludables</a:t>
            </a:r>
            <a:br>
              <a:rPr lang="es-CO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CO" sz="51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84AFE92-241B-3DD8-4ED9-A5FA4C855B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715" y="3312826"/>
            <a:ext cx="5719558" cy="3147935"/>
          </a:xfrm>
        </p:spPr>
        <p:txBody>
          <a:bodyPr>
            <a:normAutofit fontScale="77500" lnSpcReduction="20000"/>
          </a:bodyPr>
          <a:lstStyle/>
          <a:p>
            <a:pPr marL="342900" indent="-342900">
              <a:buFontTx/>
              <a:buChar char="-"/>
              <a:defRPr sz="2400">
                <a:solidFill>
                  <a:srgbClr val="464646"/>
                </a:solidFill>
              </a:defRPr>
            </a:pPr>
            <a:r>
              <a:rPr lang="es-MX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Recetas </a:t>
            </a:r>
          </a:p>
          <a:p>
            <a:pPr>
              <a:defRPr sz="2400">
                <a:solidFill>
                  <a:srgbClr val="464646"/>
                </a:solidFill>
              </a:defRPr>
            </a:pPr>
            <a:endParaRPr lang="es-MX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  <a:defRPr sz="2400">
                <a:solidFill>
                  <a:srgbClr val="464646"/>
                </a:solidFill>
              </a:defRPr>
            </a:pPr>
            <a:r>
              <a:rPr lang="es-MX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Ejercicios </a:t>
            </a:r>
          </a:p>
          <a:p>
            <a:pPr>
              <a:defRPr sz="2400">
                <a:solidFill>
                  <a:srgbClr val="464646"/>
                </a:solidFill>
              </a:defRPr>
            </a:pPr>
            <a:endParaRPr lang="es-MX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  <a:defRPr sz="2400">
                <a:solidFill>
                  <a:srgbClr val="464646"/>
                </a:solidFill>
              </a:defRPr>
            </a:pPr>
            <a:r>
              <a:rPr lang="es-MX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Bienestar</a:t>
            </a:r>
          </a:p>
          <a:p>
            <a:pPr>
              <a:defRPr sz="2400">
                <a:solidFill>
                  <a:srgbClr val="464646"/>
                </a:solidFill>
              </a:defRPr>
            </a:pPr>
            <a:endParaRPr lang="es-MX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solidFill>
                  <a:srgbClr val="464646"/>
                </a:solidFill>
              </a:defRPr>
            </a:pPr>
            <a:r>
              <a:rPr lang="es-MX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Santiago Bernal Gómez – Desarrollador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solidFill>
                  <a:srgbClr val="464646"/>
                </a:solidFill>
              </a:defRPr>
            </a:pPr>
            <a:r>
              <a:rPr lang="es-MX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David Felipe Perdomo Castillo – Desarrollador</a:t>
            </a:r>
            <a:endParaRPr lang="es-MX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CO" sz="110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4" name="Picture 2" descr="Hábitos Saludables que Impulsan la Productividad de los Empleados - Revista  Empresarial &amp; Laboral">
            <a:extLst>
              <a:ext uri="{FF2B5EF4-FFF2-40B4-BE49-F238E27FC236}">
                <a16:creationId xmlns:a16="http://schemas.microsoft.com/office/drawing/2014/main" id="{8405F30F-345C-9EE9-50F7-ACC15990B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24" r="20341"/>
          <a:stretch>
            <a:fillRect/>
          </a:stretch>
        </p:blipFill>
        <p:spPr bwMode="auto"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894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7A1D4EF-BE89-4FED-7595-CBE922A03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b="1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Planteamiento</a:t>
            </a:r>
            <a:r>
              <a:rPr lang="en-US" sz="3700" b="1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del </a:t>
            </a:r>
            <a:r>
              <a:rPr lang="en-US" sz="3700" b="1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Problema</a:t>
            </a:r>
            <a:br>
              <a:rPr lang="en-US" sz="3700" b="1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</a:br>
            <a:endParaRPr lang="en-US" sz="37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6500E11-AB4C-A4C8-BCCC-F36258BE979E}"/>
              </a:ext>
            </a:extLst>
          </p:cNvPr>
          <p:cNvSpPr txBox="1"/>
          <p:nvPr/>
        </p:nvSpPr>
        <p:spPr>
          <a:xfrm>
            <a:off x="300477" y="1535794"/>
            <a:ext cx="7254566" cy="5322193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Muchas</a:t>
            </a:r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personas </a:t>
            </a:r>
            <a:r>
              <a:rPr lang="en-US" sz="1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desean</a:t>
            </a:r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mejorar</a:t>
            </a:r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</a:t>
            </a:r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salud</a:t>
            </a:r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pero</a:t>
            </a:r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enfrentan</a:t>
            </a:r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barreras </a:t>
            </a:r>
            <a:r>
              <a:rPr lang="en-US" sz="1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significativas</a:t>
            </a:r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que las </a:t>
            </a:r>
            <a:r>
              <a:rPr lang="en-US" sz="1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llevan</a:t>
            </a:r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1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abandonar</a:t>
            </a:r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sus </a:t>
            </a:r>
            <a:r>
              <a:rPr lang="en-US" sz="1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metas</a:t>
            </a:r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Falta de Constancia</a:t>
            </a:r>
          </a:p>
          <a:p>
            <a:pPr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Dificultad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mantener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hábitos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saludables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largo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plazo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Exceso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Información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Información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estructurada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sobre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nutrición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ejercicio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Ausencia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Herramientas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Falta de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apoyo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personalizado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registrar y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motivar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progreso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Problemas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Salud</a:t>
            </a:r>
          </a:p>
          <a:p>
            <a:pPr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Sedentarismo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mala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alimentación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estrés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falta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sueño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Estas</a:t>
            </a:r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dificultades</a:t>
            </a:r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evidencian</a:t>
            </a:r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1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necesidad</a:t>
            </a:r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una</a:t>
            </a:r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herramienta</a:t>
            </a:r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digital </a:t>
            </a:r>
            <a:r>
              <a:rPr lang="en-US" sz="1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intuitiva</a:t>
            </a:r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accesible</a:t>
            </a:r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n-US" sz="1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motivadora</a:t>
            </a:r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Hábitos Saludables">
            <a:extLst>
              <a:ext uri="{FF2B5EF4-FFF2-40B4-BE49-F238E27FC236}">
                <a16:creationId xmlns:a16="http://schemas.microsoft.com/office/drawing/2014/main" id="{97B71685-3489-2340-5E11-2B830E64C1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46886" y="1"/>
            <a:ext cx="4045114" cy="6857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5856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205273-32E8-341E-547A-F24C8C96A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690688"/>
          </a:xfrm>
        </p:spPr>
        <p:txBody>
          <a:bodyPr>
            <a:normAutofit fontScale="90000"/>
          </a:bodyPr>
          <a:lstStyle/>
          <a:p>
            <a:r>
              <a:rPr lang="es-MX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Justificación del Proyecto</a:t>
            </a:r>
            <a:br>
              <a:rPr lang="es-MX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aumento de problemas de salud preventiva exige herramientas tecnológicas que apoyen la creación de hábitos saludables.</a:t>
            </a:r>
            <a:br>
              <a:rPr lang="es-MX" dirty="0"/>
            </a:br>
            <a:endParaRPr lang="es-C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21ED517-A21E-744C-1E1A-D776F5A22F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9299" y="1781894"/>
            <a:ext cx="5696745" cy="105742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18DB53D-836C-180B-209C-59C1CD822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245" y="3021045"/>
            <a:ext cx="5696745" cy="133368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019D0F2-CDCE-805C-CC42-94F193ABF6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298" y="4536460"/>
            <a:ext cx="5677692" cy="135273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2AE2897-7597-7E85-369F-926F67A6E2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7106" y="3021045"/>
            <a:ext cx="4975164" cy="1207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352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2FB861-5636-1D44-B03B-D63041A2C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23" y="179881"/>
            <a:ext cx="11083977" cy="1510807"/>
          </a:xfrm>
        </p:spPr>
        <p:txBody>
          <a:bodyPr>
            <a:normAutofit fontScale="90000"/>
          </a:bodyPr>
          <a:lstStyle/>
          <a:p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Fases del Proyecto</a:t>
            </a:r>
            <a:b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Nuestro proyecto se desarrollará a través de un proceso estructurado para asegurar su éxito.</a:t>
            </a:r>
            <a:br>
              <a:rPr lang="es-MX" dirty="0"/>
            </a:br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2AA61F3-5746-7128-144C-EE5CC2BD6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6310"/>
            <a:ext cx="12192000" cy="547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379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85456E5-29DF-DAA0-B178-5979BCA74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s-MX" sz="3700" b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Nuestro Gran Objetivo</a:t>
            </a:r>
            <a:br>
              <a:rPr lang="es-MX" sz="3700" b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3700" b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Bienestar Integral</a:t>
            </a:r>
            <a:br>
              <a:rPr lang="es-MX" sz="3700" b="1">
                <a:effectLst/>
              </a:rPr>
            </a:br>
            <a:endParaRPr lang="es-CO" sz="37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168339-9127-A856-518C-D65D10D96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r>
              <a:rPr lang="es-MX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Diseñar y desarrollar una </a:t>
            </a:r>
            <a:r>
              <a:rPr lang="es-MX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aplicación móvil integral</a:t>
            </a:r>
            <a:r>
              <a:rPr lang="es-MX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que permita a los usuarios gestionar y mantener hábitos saludables.</a:t>
            </a:r>
          </a:p>
          <a:p>
            <a:r>
              <a:rPr lang="es-MX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Proporcionará </a:t>
            </a:r>
            <a:r>
              <a:rPr lang="es-MX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recordatorios, estadísticas de progreso y motivación constante</a:t>
            </a:r>
            <a:r>
              <a:rPr lang="es-MX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para mejorar el bienestar físico y mental.</a:t>
            </a:r>
          </a:p>
          <a:p>
            <a:endParaRPr lang="es-CO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C85145F-2825-AE5D-0821-5A644F7F9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3333" y="0"/>
            <a:ext cx="4170530" cy="6857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000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A0D2559-4EF0-8CE1-5CBA-EC8607A94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9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Objetivos Específicos</a:t>
            </a:r>
            <a:br>
              <a:rPr lang="en-US" sz="19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9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Para alcanzar nuestro objetivo general, nos enfocamos en las siguientes metas clave:</a:t>
            </a:r>
            <a:br>
              <a:rPr lang="en-US" sz="19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19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435EEF2-350D-A36B-FB26-E872D31D2B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8793" y="1966293"/>
            <a:ext cx="10414412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345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3D01C5C-B5A0-FCE4-6832-69173533DD0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21757C1-B60A-D4F5-7E4A-2FE5C57B1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O" b="1">
                <a:latin typeface="Times New Roman" panose="02020603050405020304" pitchFamily="18" charset="0"/>
                <a:cs typeface="Times New Roman" panose="02020603050405020304" pitchFamily="18" charset="0"/>
              </a:rPr>
              <a:t>Alcance y Delimitaciones</a:t>
            </a:r>
            <a:br>
              <a:rPr lang="es-CO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CO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4CFD495F-3534-E152-DA95-FB2CA735C5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726197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44008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4921AD9-DEE8-D33A-1FB8-84790F094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Usuarios Objetivo</a:t>
            </a:r>
            <a:br>
              <a:rPr lang="en-US" sz="37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7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098EE59-06B6-3E3E-51C1-8C5C3BFD01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225" y="2323328"/>
            <a:ext cx="11327549" cy="3738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80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B3514FA-86A9-1719-6B0B-DC9B7C4EF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ctr"/>
            <a:r>
              <a:rPr lang="en-US" sz="2500" b="1" kern="1200" dirty="0" err="1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Posibles</a:t>
            </a:r>
            <a:r>
              <a:rPr lang="en-US" sz="2500" b="1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sz="2500" b="1" kern="1200" dirty="0" err="1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Soluciones</a:t>
            </a:r>
            <a:br>
              <a:rPr lang="en-US" sz="2500" b="1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br>
              <a:rPr lang="en-US" sz="2500" b="1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2500" kern="1200" dirty="0" err="1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Hemos</a:t>
            </a:r>
            <a:r>
              <a:rPr lang="en-US" sz="25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sz="2500" kern="1200" dirty="0" err="1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identificado</a:t>
            </a:r>
            <a:r>
              <a:rPr lang="en-US" sz="25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sz="2500" kern="1200" dirty="0" err="1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varias</a:t>
            </a:r>
            <a:r>
              <a:rPr lang="en-US" sz="25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sz="2500" kern="1200" dirty="0" err="1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soluciones</a:t>
            </a:r>
            <a:r>
              <a:rPr lang="en-US" sz="25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clave para </a:t>
            </a:r>
            <a:r>
              <a:rPr lang="en-US" sz="2500" kern="1200" dirty="0" err="1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abordar</a:t>
            </a:r>
            <a:r>
              <a:rPr lang="en-US" sz="25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sz="2500" kern="1200" dirty="0" err="1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los</a:t>
            </a:r>
            <a:r>
              <a:rPr lang="en-US" sz="25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sz="2500" kern="1200" dirty="0" err="1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desafíos</a:t>
            </a:r>
            <a:r>
              <a:rPr lang="en-US" sz="25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de </a:t>
            </a:r>
            <a:r>
              <a:rPr lang="en-US" sz="2500" kern="1200" dirty="0" err="1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nuestros</a:t>
            </a:r>
            <a:r>
              <a:rPr lang="en-US" sz="25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sz="2500" kern="1200" dirty="0" err="1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usuarios</a:t>
            </a:r>
            <a:r>
              <a:rPr lang="en-US" sz="25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:</a:t>
            </a:r>
            <a:br>
              <a:rPr lang="en-US" sz="25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endParaRPr lang="en-US" sz="25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094AFD7-6793-FDB4-B90C-321AC0B7CD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5" y="0"/>
            <a:ext cx="8153396" cy="6857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877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DAF39E6-1585-416A-BC79-FB7023B30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2723E8-748E-41FD-AC08-C130F19757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133600" y="685800"/>
            <a:ext cx="10058400" cy="54864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37821D9-D7C9-4D1D-EA59-848B06DFA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0" y="692639"/>
            <a:ext cx="5029200" cy="2256937"/>
          </a:xfrm>
        </p:spPr>
        <p:txBody>
          <a:bodyPr anchor="t">
            <a:normAutofit fontScale="90000"/>
          </a:bodyPr>
          <a:lstStyle/>
          <a:p>
            <a:r>
              <a:rPr lang="es-MX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Metodología de Desarrollo</a:t>
            </a:r>
            <a:br>
              <a:rPr lang="es-MX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proyecto se desarrollará bajo la metodología ágil Scrum, lo que nos permitirá:</a:t>
            </a:r>
            <a:br>
              <a:rPr lang="es-MX" sz="3100" dirty="0"/>
            </a:br>
            <a:endParaRPr lang="es-CO" sz="31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9A52699-416B-4582-895E-5FA26C045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9764" y="685797"/>
            <a:ext cx="118872" cy="15504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03B78FA-544E-4E76-B5A2-80AF27FCE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8175" y="708737"/>
            <a:ext cx="5493826" cy="548640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5337127-466C-67B1-B222-7AB528B50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8175" y="702188"/>
            <a:ext cx="5405997" cy="1846139"/>
          </a:xfrm>
          <a:prstGeom prst="rect">
            <a:avLst/>
          </a:prstGeom>
        </p:spPr>
      </p:pic>
      <p:sp>
        <p:nvSpPr>
          <p:cNvPr id="28" name="Graphic 14">
            <a:extLst>
              <a:ext uri="{FF2B5EF4-FFF2-40B4-BE49-F238E27FC236}">
                <a16:creationId xmlns:a16="http://schemas.microsoft.com/office/drawing/2014/main" id="{28DC658A-B0F6-46FC-ACE2-E243AD533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681783" y="3432420"/>
            <a:ext cx="2743201" cy="2746621"/>
          </a:xfrm>
          <a:custGeom>
            <a:avLst/>
            <a:gdLst>
              <a:gd name="connsiteX0" fmla="*/ 2616327 w 2616326"/>
              <a:gd name="connsiteY0" fmla="*/ 634841 h 2618803"/>
              <a:gd name="connsiteX1" fmla="*/ 2616327 w 2616326"/>
              <a:gd name="connsiteY1" fmla="*/ 0 h 2618803"/>
              <a:gd name="connsiteX2" fmla="*/ 0 w 2616326"/>
              <a:gd name="connsiteY2" fmla="*/ 0 h 2618803"/>
              <a:gd name="connsiteX3" fmla="*/ 0 w 2616326"/>
              <a:gd name="connsiteY3" fmla="*/ 2618804 h 2618803"/>
              <a:gd name="connsiteX4" fmla="*/ 634270 w 2616326"/>
              <a:gd name="connsiteY4" fmla="*/ 2618804 h 2618803"/>
              <a:gd name="connsiteX5" fmla="*/ 2616327 w 2616326"/>
              <a:gd name="connsiteY5" fmla="*/ 634841 h 2618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6326" h="2618803">
                <a:moveTo>
                  <a:pt x="2616327" y="634841"/>
                </a:moveTo>
                <a:lnTo>
                  <a:pt x="2616327" y="0"/>
                </a:lnTo>
                <a:lnTo>
                  <a:pt x="0" y="0"/>
                </a:lnTo>
                <a:lnTo>
                  <a:pt x="0" y="2618804"/>
                </a:lnTo>
                <a:lnTo>
                  <a:pt x="634270" y="2618804"/>
                </a:lnTo>
                <a:cubicBezTo>
                  <a:pt x="634270" y="1523143"/>
                  <a:pt x="1521619" y="634841"/>
                  <a:pt x="2616327" y="634841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Graphic 14">
            <a:extLst>
              <a:ext uri="{FF2B5EF4-FFF2-40B4-BE49-F238E27FC236}">
                <a16:creationId xmlns:a16="http://schemas.microsoft.com/office/drawing/2014/main" id="{DDAF221D-8B70-4DA2-8EC6-1B35600F8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9434510" y="3432420"/>
            <a:ext cx="2743201" cy="2746621"/>
          </a:xfrm>
          <a:custGeom>
            <a:avLst/>
            <a:gdLst>
              <a:gd name="connsiteX0" fmla="*/ 2616327 w 2616326"/>
              <a:gd name="connsiteY0" fmla="*/ 634841 h 2618803"/>
              <a:gd name="connsiteX1" fmla="*/ 2616327 w 2616326"/>
              <a:gd name="connsiteY1" fmla="*/ 0 h 2618803"/>
              <a:gd name="connsiteX2" fmla="*/ 0 w 2616326"/>
              <a:gd name="connsiteY2" fmla="*/ 0 h 2618803"/>
              <a:gd name="connsiteX3" fmla="*/ 0 w 2616326"/>
              <a:gd name="connsiteY3" fmla="*/ 2618804 h 2618803"/>
              <a:gd name="connsiteX4" fmla="*/ 634270 w 2616326"/>
              <a:gd name="connsiteY4" fmla="*/ 2618804 h 2618803"/>
              <a:gd name="connsiteX5" fmla="*/ 2616327 w 2616326"/>
              <a:gd name="connsiteY5" fmla="*/ 634841 h 2618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6326" h="2618803">
                <a:moveTo>
                  <a:pt x="2616327" y="634841"/>
                </a:moveTo>
                <a:lnTo>
                  <a:pt x="2616327" y="0"/>
                </a:lnTo>
                <a:lnTo>
                  <a:pt x="0" y="0"/>
                </a:lnTo>
                <a:lnTo>
                  <a:pt x="0" y="2618804"/>
                </a:lnTo>
                <a:lnTo>
                  <a:pt x="634270" y="2618804"/>
                </a:lnTo>
                <a:cubicBezTo>
                  <a:pt x="634270" y="1523143"/>
                  <a:pt x="1521619" y="634841"/>
                  <a:pt x="2616327" y="634841"/>
                </a:cubicBezTo>
                <a:close/>
              </a:path>
            </a:pathLst>
          </a:custGeom>
          <a:solidFill>
            <a:schemeClr val="accent2">
              <a:alpha val="5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Graphic 14">
            <a:extLst>
              <a:ext uri="{FF2B5EF4-FFF2-40B4-BE49-F238E27FC236}">
                <a16:creationId xmlns:a16="http://schemas.microsoft.com/office/drawing/2014/main" id="{16F72A90-B900-47B2-8B00-49749A6F07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9434510" y="692640"/>
            <a:ext cx="2743201" cy="2746621"/>
          </a:xfrm>
          <a:custGeom>
            <a:avLst/>
            <a:gdLst>
              <a:gd name="connsiteX0" fmla="*/ 2616327 w 2616326"/>
              <a:gd name="connsiteY0" fmla="*/ 634841 h 2618803"/>
              <a:gd name="connsiteX1" fmla="*/ 2616327 w 2616326"/>
              <a:gd name="connsiteY1" fmla="*/ 0 h 2618803"/>
              <a:gd name="connsiteX2" fmla="*/ 0 w 2616326"/>
              <a:gd name="connsiteY2" fmla="*/ 0 h 2618803"/>
              <a:gd name="connsiteX3" fmla="*/ 0 w 2616326"/>
              <a:gd name="connsiteY3" fmla="*/ 2618804 h 2618803"/>
              <a:gd name="connsiteX4" fmla="*/ 634270 w 2616326"/>
              <a:gd name="connsiteY4" fmla="*/ 2618804 h 2618803"/>
              <a:gd name="connsiteX5" fmla="*/ 2616327 w 2616326"/>
              <a:gd name="connsiteY5" fmla="*/ 634841 h 2618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6326" h="2618803">
                <a:moveTo>
                  <a:pt x="2616327" y="634841"/>
                </a:moveTo>
                <a:lnTo>
                  <a:pt x="2616327" y="0"/>
                </a:lnTo>
                <a:lnTo>
                  <a:pt x="0" y="0"/>
                </a:lnTo>
                <a:lnTo>
                  <a:pt x="0" y="2618804"/>
                </a:lnTo>
                <a:lnTo>
                  <a:pt x="634270" y="2618804"/>
                </a:lnTo>
                <a:cubicBezTo>
                  <a:pt x="634270" y="1523143"/>
                  <a:pt x="1521619" y="634841"/>
                  <a:pt x="2616327" y="634841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Graphic 14">
            <a:extLst>
              <a:ext uri="{FF2B5EF4-FFF2-40B4-BE49-F238E27FC236}">
                <a16:creationId xmlns:a16="http://schemas.microsoft.com/office/drawing/2014/main" id="{A98F7AA8-63CB-43D4-96CA-C60D2638FE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 flipV="1">
            <a:off x="6698175" y="685799"/>
            <a:ext cx="2743201" cy="2746621"/>
          </a:xfrm>
          <a:custGeom>
            <a:avLst/>
            <a:gdLst>
              <a:gd name="connsiteX0" fmla="*/ 2616327 w 2616326"/>
              <a:gd name="connsiteY0" fmla="*/ 634841 h 2618803"/>
              <a:gd name="connsiteX1" fmla="*/ 2616327 w 2616326"/>
              <a:gd name="connsiteY1" fmla="*/ 0 h 2618803"/>
              <a:gd name="connsiteX2" fmla="*/ 0 w 2616326"/>
              <a:gd name="connsiteY2" fmla="*/ 0 h 2618803"/>
              <a:gd name="connsiteX3" fmla="*/ 0 w 2616326"/>
              <a:gd name="connsiteY3" fmla="*/ 2618804 h 2618803"/>
              <a:gd name="connsiteX4" fmla="*/ 634270 w 2616326"/>
              <a:gd name="connsiteY4" fmla="*/ 2618804 h 2618803"/>
              <a:gd name="connsiteX5" fmla="*/ 2616327 w 2616326"/>
              <a:gd name="connsiteY5" fmla="*/ 634841 h 2618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6326" h="2618803">
                <a:moveTo>
                  <a:pt x="2616327" y="634841"/>
                </a:moveTo>
                <a:lnTo>
                  <a:pt x="2616327" y="0"/>
                </a:lnTo>
                <a:lnTo>
                  <a:pt x="0" y="0"/>
                </a:lnTo>
                <a:lnTo>
                  <a:pt x="0" y="2618804"/>
                </a:lnTo>
                <a:lnTo>
                  <a:pt x="634270" y="2618804"/>
                </a:lnTo>
                <a:cubicBezTo>
                  <a:pt x="634270" y="1523143"/>
                  <a:pt x="1521619" y="634841"/>
                  <a:pt x="2616327" y="634841"/>
                </a:cubicBezTo>
                <a:close/>
              </a:path>
            </a:pathLst>
          </a:custGeom>
          <a:solidFill>
            <a:schemeClr val="bg1">
              <a:alpha val="2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375151-3D44-4B34-88D9-A08402E8A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73128" y="6172201"/>
            <a:ext cx="118872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3E749CB5-D53A-232B-4BA8-0D64C0A49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551" y="3557782"/>
            <a:ext cx="7468642" cy="2115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820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225567B-E114-46F0-8CF0-0279C898D7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908FD149-E766-40B9-A1BE-106F9D0D4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3354324" y="-2665475"/>
            <a:ext cx="5486400" cy="1218895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FF82CFE-6413-A607-B072-FD759FD4D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0" y="685797"/>
            <a:ext cx="4983994" cy="2263779"/>
          </a:xfrm>
        </p:spPr>
        <p:txBody>
          <a:bodyPr anchor="t">
            <a:normAutofit/>
          </a:bodyPr>
          <a:lstStyle/>
          <a:p>
            <a:r>
              <a:rPr lang="es-MX" sz="2800" b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Impacto Esperado</a:t>
            </a:r>
            <a:br>
              <a:rPr lang="es-MX" sz="2800" b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28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Nuestra aplicación busca generar un impacto positivo y duradero en la vida de los usuarios:</a:t>
            </a:r>
            <a:br>
              <a:rPr lang="es-MX" sz="2800">
                <a:effectLst/>
              </a:rPr>
            </a:br>
            <a:endParaRPr lang="es-CO" sz="28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DD7D857-3669-4A00-841C-A76022B89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9764" y="685797"/>
            <a:ext cx="118872" cy="15504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190762E-CB76-B170-A22F-FC1C343F3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40" y="3133724"/>
            <a:ext cx="4983994" cy="2746621"/>
          </a:xfrm>
        </p:spPr>
        <p:txBody>
          <a:bodyPr>
            <a:normAutofit/>
          </a:bodyPr>
          <a:lstStyle/>
          <a:p>
            <a:endParaRPr lang="en-US" sz="180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5F5F4B4-12C5-93DF-9334-00DB04A3460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" b="7799"/>
          <a:stretch>
            <a:fillRect/>
          </a:stretch>
        </p:blipFill>
        <p:spPr>
          <a:xfrm>
            <a:off x="1459991" y="3133724"/>
            <a:ext cx="4983993" cy="3416978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1F4F01AD-63CD-4D72-B088-D0BAA62C3B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73128" y="6172201"/>
            <a:ext cx="118872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69D9B97-DBE5-C00A-61F7-057EF1B1AB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0926" y="1399364"/>
            <a:ext cx="3941303" cy="51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8576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364</Words>
  <Application>Microsoft Office PowerPoint</Application>
  <PresentationFormat>Panorámica</PresentationFormat>
  <Paragraphs>53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Helvetica Neue Medium</vt:lpstr>
      <vt:lpstr>Times New Roman</vt:lpstr>
      <vt:lpstr>Tema de Office</vt:lpstr>
      <vt:lpstr>Gestión de Hábitos Saludables </vt:lpstr>
      <vt:lpstr>Planteamiento del Problema </vt:lpstr>
      <vt:lpstr>Justificación del Proyecto El aumento de problemas de salud preventiva exige herramientas tecnológicas que apoyen la creación de hábitos saludables. </vt:lpstr>
      <vt:lpstr>Fases del Proyecto Nuestro proyecto se desarrollará a través de un proceso estructurado para asegurar su éxito. </vt:lpstr>
      <vt:lpstr>Nuestro Gran Objetivo Bienestar Integral </vt:lpstr>
      <vt:lpstr>Objetivos Específicos Para alcanzar nuestro objetivo general, nos enfocamos en las siguientes metas clave: </vt:lpstr>
      <vt:lpstr>Alcance y Delimitaciones </vt:lpstr>
      <vt:lpstr>Usuarios Objetivo </vt:lpstr>
      <vt:lpstr>Posibles Soluciones  Hemos identificado varias soluciones clave para abordar los desafíos de nuestros usuarios: </vt:lpstr>
      <vt:lpstr>Metodología de Desarrollo  El proyecto se desarrollará bajo la metodología ágil Scrum, lo que nos permitirá: </vt:lpstr>
      <vt:lpstr>Impacto Esperado Nuestra aplicación busca generar un impacto positivo y duradero en la vida de los usuarios: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felipe perdomo</dc:creator>
  <cp:lastModifiedBy>david felipe perdomo</cp:lastModifiedBy>
  <cp:revision>1</cp:revision>
  <dcterms:created xsi:type="dcterms:W3CDTF">2025-09-09T00:34:55Z</dcterms:created>
  <dcterms:modified xsi:type="dcterms:W3CDTF">2025-09-09T00:57:31Z</dcterms:modified>
</cp:coreProperties>
</file>